
<file path=[Content_Types].xml><?xml version="1.0" encoding="utf-8"?>
<Types xmlns="http://schemas.openxmlformats.org/package/2006/content-types">
  <Default Extension="gif" ContentType="image/gif"/>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core-properties" Target="docProps/core.xml"/><Relationship Id="rId3"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p:sldMasterIdLst>
    <p:sldMasterId id="2147483648" r:id="rId1"/>
  </p:sldMasterIdLst>
  <p:notesMasterIdLst>
    <p:notesMasterId r:id="rId23"/>
  </p:notesMasterIdLst>
  <p:handoutMasterIdLst>
    <p:handoutMasterId r:id="rId24"/>
  </p:handoutMasterIdLst>
  <p:sldIdLst>
    <p:sldId id="368" r:id="rId2"/>
    <p:sldId id="996" r:id="rId3"/>
    <p:sldId id="997" r:id="rId4"/>
    <p:sldId id="998" r:id="rId5"/>
    <p:sldId id="999" r:id="rId6"/>
    <p:sldId id="1000" r:id="rId7"/>
    <p:sldId id="1001" r:id="rId8"/>
    <p:sldId id="1002" r:id="rId9"/>
    <p:sldId id="1016" r:id="rId10"/>
    <p:sldId id="1017" r:id="rId11"/>
    <p:sldId id="1007" r:id="rId14"/>
    <p:sldId id="1008" r:id="rId15"/>
    <p:sldId id="1010" r:id="rId16"/>
    <p:sldId id="1011" r:id="rId17"/>
    <p:sldId id="1012" r:id="rId18"/>
    <p:sldId id="1013" r:id="rId19"/>
    <p:sldId id="1014" r:id="rId20"/>
    <p:sldId id="1015" r:id="rId21"/>
    <p:sldId id="1018" r:id="rId22"/>
  </p:sldIdLst>
  <p:sldSz cx="24384000" cy="13716000"/>
  <p:notesSz cx="6858000" cy="9144000"/>
  <p:defaultTex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2438338" rtl="0" fontAlgn="auto" latinLnBrk="0" hangingPunct="0">
      <a:lnSpc>
        <a:spcPct val="90000"/>
      </a:lnSpc>
      <a:spcBef>
        <a:spcPts val="2400"/>
      </a:spcBef>
      <a:spcAft>
        <a:spcPts val="0"/>
      </a:spcAft>
      <a:buClrTx/>
      <a:buSzTx/>
      <a:buFontTx/>
      <a:buNone/>
      <a:tabLst/>
      <a:defRPr kumimoji="0" sz="4400" b="0" i="0" u="none" strike="noStrike" cap="none" spc="0" normalizeH="0" baseline="0">
        <a:ln>
          <a:noFill/>
        </a:ln>
        <a:solidFill>
          <a:srgbClr val="000000"/>
        </a:solidFill>
        <a:effectLst/>
        <a:uFillTx/>
        <a:latin typeface="Avenir Next Medium"/>
        <a:ea typeface="Avenir Next Medium"/>
        <a:cs typeface="Avenir Next Medium"/>
        <a:sym typeface="Avenir Next Medium"/>
      </a:defRPr>
    </a:lvl1pPr>
    <a:lvl2pPr marL="0" marR="0" indent="457200" algn="l" defTabSz="2438338" rtl="0" fontAlgn="auto" latinLnBrk="0" hangingPunct="0">
      <a:lnSpc>
        <a:spcPct val="90000"/>
      </a:lnSpc>
      <a:spcBef>
        <a:spcPts val="2400"/>
      </a:spcBef>
      <a:spcAft>
        <a:spcPts val="0"/>
      </a:spcAft>
      <a:buClrTx/>
      <a:buSzTx/>
      <a:buFontTx/>
      <a:buNone/>
      <a:tabLst/>
      <a:defRPr kumimoji="0" sz="4400" b="0" i="0" u="none" strike="noStrike" cap="none" spc="0" normalizeH="0" baseline="0">
        <a:ln>
          <a:noFill/>
        </a:ln>
        <a:solidFill>
          <a:srgbClr val="000000"/>
        </a:solidFill>
        <a:effectLst/>
        <a:uFillTx/>
        <a:latin typeface="Avenir Next Medium"/>
        <a:ea typeface="Avenir Next Medium"/>
        <a:cs typeface="Avenir Next Medium"/>
        <a:sym typeface="Avenir Next Medium"/>
      </a:defRPr>
    </a:lvl2pPr>
    <a:lvl3pPr marL="0" marR="0" indent="914400" algn="l" defTabSz="2438338" rtl="0" fontAlgn="auto" latinLnBrk="0" hangingPunct="0">
      <a:lnSpc>
        <a:spcPct val="90000"/>
      </a:lnSpc>
      <a:spcBef>
        <a:spcPts val="2400"/>
      </a:spcBef>
      <a:spcAft>
        <a:spcPts val="0"/>
      </a:spcAft>
      <a:buClrTx/>
      <a:buSzTx/>
      <a:buFontTx/>
      <a:buNone/>
      <a:tabLst/>
      <a:defRPr kumimoji="0" sz="4400" b="0" i="0" u="none" strike="noStrike" cap="none" spc="0" normalizeH="0" baseline="0">
        <a:ln>
          <a:noFill/>
        </a:ln>
        <a:solidFill>
          <a:srgbClr val="000000"/>
        </a:solidFill>
        <a:effectLst/>
        <a:uFillTx/>
        <a:latin typeface="Avenir Next Medium"/>
        <a:ea typeface="Avenir Next Medium"/>
        <a:cs typeface="Avenir Next Medium"/>
        <a:sym typeface="Avenir Next Medium"/>
      </a:defRPr>
    </a:lvl3pPr>
    <a:lvl4pPr marL="0" marR="0" indent="1371600" algn="l" defTabSz="2438338" rtl="0" fontAlgn="auto" latinLnBrk="0" hangingPunct="0">
      <a:lnSpc>
        <a:spcPct val="90000"/>
      </a:lnSpc>
      <a:spcBef>
        <a:spcPts val="2400"/>
      </a:spcBef>
      <a:spcAft>
        <a:spcPts val="0"/>
      </a:spcAft>
      <a:buClrTx/>
      <a:buSzTx/>
      <a:buFontTx/>
      <a:buNone/>
      <a:tabLst/>
      <a:defRPr kumimoji="0" sz="4400" b="0" i="0" u="none" strike="noStrike" cap="none" spc="0" normalizeH="0" baseline="0">
        <a:ln>
          <a:noFill/>
        </a:ln>
        <a:solidFill>
          <a:srgbClr val="000000"/>
        </a:solidFill>
        <a:effectLst/>
        <a:uFillTx/>
        <a:latin typeface="Avenir Next Medium"/>
        <a:ea typeface="Avenir Next Medium"/>
        <a:cs typeface="Avenir Next Medium"/>
        <a:sym typeface="Avenir Next Medium"/>
      </a:defRPr>
    </a:lvl4pPr>
    <a:lvl5pPr marL="0" marR="0" indent="1828800" algn="l" defTabSz="2438338" rtl="0" fontAlgn="auto" latinLnBrk="0" hangingPunct="0">
      <a:lnSpc>
        <a:spcPct val="90000"/>
      </a:lnSpc>
      <a:spcBef>
        <a:spcPts val="2400"/>
      </a:spcBef>
      <a:spcAft>
        <a:spcPts val="0"/>
      </a:spcAft>
      <a:buClrTx/>
      <a:buSzTx/>
      <a:buFontTx/>
      <a:buNone/>
      <a:tabLst/>
      <a:defRPr kumimoji="0" sz="4400" b="0" i="0" u="none" strike="noStrike" cap="none" spc="0" normalizeH="0" baseline="0">
        <a:ln>
          <a:noFill/>
        </a:ln>
        <a:solidFill>
          <a:srgbClr val="000000"/>
        </a:solidFill>
        <a:effectLst/>
        <a:uFillTx/>
        <a:latin typeface="Avenir Next Medium"/>
        <a:ea typeface="Avenir Next Medium"/>
        <a:cs typeface="Avenir Next Medium"/>
        <a:sym typeface="Avenir Next Medium"/>
      </a:defRPr>
    </a:lvl5pPr>
    <a:lvl6pPr marL="0" marR="0" indent="2286000" algn="l" defTabSz="2438338" rtl="0" fontAlgn="auto" latinLnBrk="0" hangingPunct="0">
      <a:lnSpc>
        <a:spcPct val="90000"/>
      </a:lnSpc>
      <a:spcBef>
        <a:spcPts val="2400"/>
      </a:spcBef>
      <a:spcAft>
        <a:spcPts val="0"/>
      </a:spcAft>
      <a:buClrTx/>
      <a:buSzTx/>
      <a:buFontTx/>
      <a:buNone/>
      <a:tabLst/>
      <a:defRPr kumimoji="0" sz="4400" b="0" i="0" u="none" strike="noStrike" cap="none" spc="0" normalizeH="0" baseline="0">
        <a:ln>
          <a:noFill/>
        </a:ln>
        <a:solidFill>
          <a:srgbClr val="000000"/>
        </a:solidFill>
        <a:effectLst/>
        <a:uFillTx/>
        <a:latin typeface="Avenir Next Medium"/>
        <a:ea typeface="Avenir Next Medium"/>
        <a:cs typeface="Avenir Next Medium"/>
        <a:sym typeface="Avenir Next Medium"/>
      </a:defRPr>
    </a:lvl6pPr>
    <a:lvl7pPr marL="0" marR="0" indent="2743200" algn="l" defTabSz="2438338" rtl="0" fontAlgn="auto" latinLnBrk="0" hangingPunct="0">
      <a:lnSpc>
        <a:spcPct val="90000"/>
      </a:lnSpc>
      <a:spcBef>
        <a:spcPts val="2400"/>
      </a:spcBef>
      <a:spcAft>
        <a:spcPts val="0"/>
      </a:spcAft>
      <a:buClrTx/>
      <a:buSzTx/>
      <a:buFontTx/>
      <a:buNone/>
      <a:tabLst/>
      <a:defRPr kumimoji="0" sz="4400" b="0" i="0" u="none" strike="noStrike" cap="none" spc="0" normalizeH="0" baseline="0">
        <a:ln>
          <a:noFill/>
        </a:ln>
        <a:solidFill>
          <a:srgbClr val="000000"/>
        </a:solidFill>
        <a:effectLst/>
        <a:uFillTx/>
        <a:latin typeface="Avenir Next Medium"/>
        <a:ea typeface="Avenir Next Medium"/>
        <a:cs typeface="Avenir Next Medium"/>
        <a:sym typeface="Avenir Next Medium"/>
      </a:defRPr>
    </a:lvl7pPr>
    <a:lvl8pPr marL="0" marR="0" indent="3200400" algn="l" defTabSz="2438338" rtl="0" fontAlgn="auto" latinLnBrk="0" hangingPunct="0">
      <a:lnSpc>
        <a:spcPct val="90000"/>
      </a:lnSpc>
      <a:spcBef>
        <a:spcPts val="2400"/>
      </a:spcBef>
      <a:spcAft>
        <a:spcPts val="0"/>
      </a:spcAft>
      <a:buClrTx/>
      <a:buSzTx/>
      <a:buFontTx/>
      <a:buNone/>
      <a:tabLst/>
      <a:defRPr kumimoji="0" sz="4400" b="0" i="0" u="none" strike="noStrike" cap="none" spc="0" normalizeH="0" baseline="0">
        <a:ln>
          <a:noFill/>
        </a:ln>
        <a:solidFill>
          <a:srgbClr val="000000"/>
        </a:solidFill>
        <a:effectLst/>
        <a:uFillTx/>
        <a:latin typeface="Avenir Next Medium"/>
        <a:ea typeface="Avenir Next Medium"/>
        <a:cs typeface="Avenir Next Medium"/>
        <a:sym typeface="Avenir Next Medium"/>
      </a:defRPr>
    </a:lvl8pPr>
    <a:lvl9pPr marL="0" marR="0" indent="3657600" algn="l" defTabSz="2438338" rtl="0" fontAlgn="auto" latinLnBrk="0" hangingPunct="0">
      <a:lnSpc>
        <a:spcPct val="90000"/>
      </a:lnSpc>
      <a:spcBef>
        <a:spcPts val="2400"/>
      </a:spcBef>
      <a:spcAft>
        <a:spcPts val="0"/>
      </a:spcAft>
      <a:buClrTx/>
      <a:buSzTx/>
      <a:buFontTx/>
      <a:buNone/>
      <a:tabLst/>
      <a:defRPr kumimoji="0" sz="4400" b="0" i="0" u="none" strike="noStrike" cap="none" spc="0" normalizeH="0" baseline="0">
        <a:ln>
          <a:noFill/>
        </a:ln>
        <a:solidFill>
          <a:srgbClr val="000000"/>
        </a:solidFill>
        <a:effectLst/>
        <a:uFillTx/>
        <a:latin typeface="Avenir Next Medium"/>
        <a:ea typeface="Avenir Next Medium"/>
        <a:cs typeface="Avenir Next Medium"/>
        <a:sym typeface="Avenir Next Medium"/>
      </a:defRPr>
    </a:lvl9pPr>
  </p:defaultTextStyle>
  <p:extLst>
    <p:ext uri="{EFAFB233-063F-42B5-8137-9DF3F51BA10A}">
      <p15:sldGuideLst xmlns:p15="http://schemas.microsoft.com/office/powerpoint/2012/main"/>
    </p:ext>
    <p:ext uri="{2D200454-40CA-4A62-9FC3-DE9A4176ACB9}">
      <p15:notes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showPr>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F9D3DA"/>
    <a:srgbClr val="FFFFFF"/>
    <a:srgbClr val="F2F2F2"/>
    <a:srgbClr val="00B0F0"/>
    <a:srgbClr val="4285F5"/>
    <a:srgbClr val="F7FAF7"/>
    <a:srgbClr val="434DD6"/>
    <a:srgbClr val="629AF7"/>
    <a:srgbClr val="8E8A8A"/>
    <a:srgbClr val="000000"/>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940675A-B579-460E-94D1-54222C63F5DA}">
  <a:tblStyle styleId="{4C3C2611-4C71-4FC5-86AE-919BDF0F9419}" styleName="">
    <a:tblBg/>
    <a:wholeTbl>
      <a:tcTxStyle b="off"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wholeTbl>
    <a:band2H>
      <a:tcTxStyle/>
      <a:tcStyle>
        <a:tcBdr/>
        <a:fill>
          <a:solidFill>
            <a:srgbClr val="E3E5E8"/>
          </a:solidFill>
        </a:fill>
      </a:tcStyle>
    </a:band2H>
    <a:firstCol>
      <a:tcTxStyle b="on" i="off">
        <a:font>
          <a:latin typeface="AvenirNext-DemiBold"/>
          <a:ea typeface="AvenirNext-DemiBold"/>
          <a:cs typeface="AvenirNext-DemiBold"/>
        </a:font>
        <a:srgbClr val="000000"/>
      </a:tcTxStyle>
      <a:tcStyle>
        <a:tcBdr>
          <a:left>
            <a:ln w="12700" cap="flat">
              <a:solidFill>
                <a:srgbClr val="000000"/>
              </a:solidFill>
              <a:prstDash val="solid"/>
              <a:miter lim="400000"/>
            </a:ln>
          </a:left>
          <a:right>
            <a:ln w="38100" cap="flat">
              <a:solidFill>
                <a:srgbClr val="000000"/>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firstCol>
    <a:lastRow>
      <a:tcTxStyle b="on" i="off">
        <a:font>
          <a:latin typeface="AvenirNext-DemiBold"/>
          <a:ea typeface="AvenirNext-DemiBold"/>
          <a:cs typeface="AvenirNext-DemiBold"/>
        </a:font>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38100" cap="flat">
              <a:solidFill>
                <a:srgbClr val="000000"/>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lastRow>
    <a:firstRow>
      <a:tcTxStyle b="on" i="off">
        <a:font>
          <a:latin typeface="AvenirNext-DemiBold"/>
          <a:ea typeface="AvenirNext-DemiBold"/>
          <a:cs typeface="AvenirNext-DemiBold"/>
        </a:font>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prstDash val="solid"/>
              <a:miter lim="400000"/>
            </a:ln>
          </a:top>
          <a:bottom>
            <a:ln w="381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firstRow>
  </a:tblStyle>
  <a:tblStyle styleId="{C7B018BB-80A7-4F77-B60F-C8B233D01FF8}" styleName="">
    <a:tblBg/>
    <a:wholeTbl>
      <a:tcTxStyle b="off" i="off">
        <a:fontRef idx="minor">
          <a:srgbClr val="000000"/>
        </a:fontRef>
        <a:srgbClr val="000000"/>
      </a:tcTxStyle>
      <a:tcStyle>
        <a:tcBdr>
          <a:left>
            <a:ln w="12700" cap="flat">
              <a:solidFill>
                <a:srgbClr val="536773"/>
              </a:solidFill>
              <a:prstDash val="solid"/>
              <a:miter lim="400000"/>
            </a:ln>
          </a:left>
          <a:right>
            <a:ln w="12700" cap="flat">
              <a:solidFill>
                <a:srgbClr val="536773"/>
              </a:solidFill>
              <a:prstDash val="solid"/>
              <a:miter lim="400000"/>
            </a:ln>
          </a:right>
          <a:top>
            <a:ln w="12700" cap="flat">
              <a:solidFill>
                <a:srgbClr val="536773"/>
              </a:solidFill>
              <a:prstDash val="solid"/>
              <a:miter lim="400000"/>
            </a:ln>
          </a:top>
          <a:bottom>
            <a:ln w="12700" cap="flat">
              <a:solidFill>
                <a:srgbClr val="536773"/>
              </a:solidFill>
              <a:prstDash val="solid"/>
              <a:miter lim="400000"/>
            </a:ln>
          </a:bottom>
          <a:insideH>
            <a:ln w="12700" cap="flat">
              <a:solidFill>
                <a:srgbClr val="536773"/>
              </a:solidFill>
              <a:prstDash val="solid"/>
              <a:miter lim="400000"/>
            </a:ln>
          </a:insideH>
          <a:insideV>
            <a:ln w="12700" cap="flat">
              <a:solidFill>
                <a:srgbClr val="536773"/>
              </a:solidFill>
              <a:prstDash val="solid"/>
              <a:miter lim="400000"/>
            </a:ln>
          </a:insideV>
        </a:tcBdr>
        <a:fill>
          <a:noFill/>
        </a:fill>
      </a:tcStyle>
    </a:wholeTbl>
    <a:band2H>
      <a:tcTxStyle/>
      <a:tcStyle>
        <a:tcBdr/>
        <a:fill>
          <a:solidFill>
            <a:srgbClr val="E3E5E8"/>
          </a:solidFill>
        </a:fill>
      </a:tcStyle>
    </a:band2H>
    <a:firstCol>
      <a:tcTxStyle b="on" i="off">
        <a:font>
          <a:latin typeface="AvenirNext-DemiBold"/>
          <a:ea typeface="AvenirNext-DemiBold"/>
          <a:cs typeface="AvenirNext-DemiBold"/>
        </a:font>
        <a:srgbClr val="000000"/>
      </a:tcTxStyle>
      <a:tcStyle>
        <a:tcBdr>
          <a:left>
            <a:ln w="12700" cap="flat">
              <a:solidFill>
                <a:srgbClr val="000000"/>
              </a:solidFill>
              <a:prstDash val="solid"/>
              <a:miter lim="400000"/>
            </a:ln>
          </a:left>
          <a:right>
            <a:ln w="25400" cap="flat">
              <a:solidFill>
                <a:srgbClr val="000000"/>
              </a:solidFill>
              <a:prstDash val="solid"/>
              <a:miter lim="400000"/>
            </a:ln>
          </a:right>
          <a:top>
            <a:ln w="12700" cap="flat">
              <a:solidFill>
                <a:srgbClr val="536773"/>
              </a:solidFill>
              <a:prstDash val="solid"/>
              <a:miter lim="400000"/>
            </a:ln>
          </a:top>
          <a:bottom>
            <a:ln w="12700" cap="flat">
              <a:solidFill>
                <a:srgbClr val="536773"/>
              </a:solidFill>
              <a:prstDash val="solid"/>
              <a:miter lim="400000"/>
            </a:ln>
          </a:bottom>
          <a:insideH>
            <a:ln w="12700" cap="flat">
              <a:solidFill>
                <a:srgbClr val="536773"/>
              </a:solidFill>
              <a:prstDash val="solid"/>
              <a:miter lim="400000"/>
            </a:ln>
          </a:insideH>
          <a:insideV>
            <a:ln w="12700" cap="flat">
              <a:solidFill>
                <a:srgbClr val="536773"/>
              </a:solidFill>
              <a:prstDash val="solid"/>
              <a:miter lim="400000"/>
            </a:ln>
          </a:insideV>
        </a:tcBdr>
        <a:fill>
          <a:noFill/>
        </a:fill>
      </a:tcStyle>
    </a:firstCol>
    <a:lastRow>
      <a:tcTxStyle b="off" i="off">
        <a:fontRef idx="minor">
          <a:srgbClr val="000000"/>
        </a:fontRef>
        <a:srgbClr val="000000"/>
      </a:tcTxStyle>
      <a:tcStyle>
        <a:tcBdr>
          <a:left>
            <a:ln w="12700" cap="flat">
              <a:solidFill>
                <a:srgbClr val="536773"/>
              </a:solidFill>
              <a:prstDash val="solid"/>
              <a:miter lim="400000"/>
            </a:ln>
          </a:left>
          <a:right>
            <a:ln w="12700" cap="flat">
              <a:solidFill>
                <a:srgbClr val="536773"/>
              </a:solidFill>
              <a:prstDash val="solid"/>
              <a:miter lim="400000"/>
            </a:ln>
          </a:right>
          <a:top>
            <a:ln w="38100" cap="flat">
              <a:solidFill>
                <a:srgbClr val="000000"/>
              </a:solidFill>
              <a:prstDash val="solid"/>
              <a:miter lim="400000"/>
            </a:ln>
          </a:top>
          <a:bottom>
            <a:ln w="12700" cap="flat">
              <a:solidFill>
                <a:srgbClr val="000000"/>
              </a:solidFill>
              <a:prstDash val="solid"/>
              <a:miter lim="400000"/>
            </a:ln>
          </a:bottom>
          <a:insideH>
            <a:ln w="12700" cap="flat">
              <a:solidFill>
                <a:srgbClr val="536773"/>
              </a:solidFill>
              <a:prstDash val="solid"/>
              <a:miter lim="400000"/>
            </a:ln>
          </a:insideH>
          <a:insideV>
            <a:ln w="12700" cap="flat">
              <a:solidFill>
                <a:srgbClr val="536773"/>
              </a:solidFill>
              <a:prstDash val="solid"/>
              <a:miter lim="400000"/>
            </a:ln>
          </a:insideV>
        </a:tcBdr>
        <a:fill>
          <a:noFill/>
        </a:fill>
      </a:tcStyle>
    </a:lastRow>
    <a:firstRow>
      <a:tcTxStyle b="on" i="off">
        <a:font>
          <a:latin typeface="AvenirNext-DemiBold"/>
          <a:ea typeface="AvenirNext-DemiBold"/>
          <a:cs typeface="AvenirNext-DemiBold"/>
        </a:font>
        <a:srgbClr val="000000"/>
      </a:tcTxStyle>
      <a:tcStyle>
        <a:tcBdr>
          <a:left>
            <a:ln w="12700" cap="flat">
              <a:solidFill>
                <a:srgbClr val="536773"/>
              </a:solidFill>
              <a:prstDash val="solid"/>
              <a:miter lim="400000"/>
            </a:ln>
          </a:left>
          <a:right>
            <a:ln w="12700" cap="flat">
              <a:solidFill>
                <a:srgbClr val="536773"/>
              </a:solidFill>
              <a:prstDash val="solid"/>
              <a:miter lim="400000"/>
            </a:ln>
          </a:right>
          <a:top>
            <a:ln w="12700" cap="flat">
              <a:solidFill>
                <a:srgbClr val="000000"/>
              </a:solidFill>
              <a:prstDash val="solid"/>
              <a:miter lim="400000"/>
            </a:ln>
          </a:top>
          <a:bottom>
            <a:ln w="12700" cap="flat">
              <a:solidFill>
                <a:srgbClr val="000000"/>
              </a:solidFill>
              <a:prstDash val="solid"/>
              <a:miter lim="400000"/>
            </a:ln>
          </a:bottom>
          <a:insideH>
            <a:ln w="12700" cap="flat">
              <a:solidFill>
                <a:srgbClr val="536773"/>
              </a:solidFill>
              <a:prstDash val="solid"/>
              <a:miter lim="400000"/>
            </a:ln>
          </a:insideH>
          <a:insideV>
            <a:ln w="12700" cap="flat">
              <a:solidFill>
                <a:srgbClr val="536773"/>
              </a:solidFill>
              <a:prstDash val="solid"/>
              <a:miter lim="400000"/>
            </a:ln>
          </a:insideV>
        </a:tcBdr>
        <a:fill>
          <a:solidFill>
            <a:schemeClr val="accent1">
              <a:hueOff val="-217956"/>
              <a:satOff val="14368"/>
              <a:lumOff val="17764"/>
            </a:schemeClr>
          </a:solidFill>
        </a:fill>
      </a:tcStyle>
    </a:firstRow>
  </a:tblStyle>
  <a:tblStyle styleId="{EEE7283C-3CF3-47DC-8721-378D4A62B228}" styleName="">
    <a:tblBg/>
    <a:wholeTbl>
      <a:tcTxStyle b="off" i="off">
        <a:fontRef idx="minor">
          <a:srgbClr val="000000"/>
        </a:fontRef>
        <a:srgbClr val="000000"/>
      </a:tcTxStyle>
      <a:tcStyle>
        <a:tcBdr>
          <a:left>
            <a:ln w="12700" cap="flat">
              <a:solidFill>
                <a:srgbClr val="838383"/>
              </a:solidFill>
              <a:prstDash val="solid"/>
              <a:miter lim="400000"/>
            </a:ln>
          </a:left>
          <a:right>
            <a:ln w="12700" cap="flat">
              <a:solidFill>
                <a:srgbClr val="838383"/>
              </a:solidFill>
              <a:prstDash val="solid"/>
              <a:miter lim="400000"/>
            </a:ln>
          </a:right>
          <a:top>
            <a:ln w="12700" cap="flat">
              <a:solidFill>
                <a:srgbClr val="838383"/>
              </a:solidFill>
              <a:prstDash val="solid"/>
              <a:miter lim="400000"/>
            </a:ln>
          </a:top>
          <a:bottom>
            <a:ln w="12700" cap="flat">
              <a:solidFill>
                <a:srgbClr val="838383"/>
              </a:solidFill>
              <a:prstDash val="solid"/>
              <a:miter lim="400000"/>
            </a:ln>
          </a:bottom>
          <a:insideH>
            <a:ln w="12700" cap="flat">
              <a:solidFill>
                <a:srgbClr val="838383"/>
              </a:solidFill>
              <a:prstDash val="solid"/>
              <a:miter lim="400000"/>
            </a:ln>
          </a:insideH>
          <a:insideV>
            <a:ln w="12700" cap="flat">
              <a:solidFill>
                <a:srgbClr val="838383"/>
              </a:solidFill>
              <a:prstDash val="solid"/>
              <a:miter lim="400000"/>
            </a:ln>
          </a:insideV>
        </a:tcBdr>
        <a:fill>
          <a:noFill/>
        </a:fill>
      </a:tcStyle>
    </a:wholeTbl>
    <a:band2H>
      <a:tcTxStyle/>
      <a:tcStyle>
        <a:tcBdr/>
        <a:fill>
          <a:solidFill>
            <a:srgbClr val="ECEEEE"/>
          </a:solidFill>
        </a:fill>
      </a:tcStyle>
    </a:band2H>
    <a:firstCol>
      <a:tcTxStyle b="on" i="off">
        <a:font>
          <a:latin typeface="AvenirNext-DemiBold"/>
          <a:ea typeface="AvenirNext-DemiBold"/>
          <a:cs typeface="AvenirNext-DemiBold"/>
        </a:font>
        <a:srgbClr val="000000"/>
      </a:tcTxStyle>
      <a:tcStyle>
        <a:tcBdr>
          <a:left>
            <a:ln w="12700" cap="flat">
              <a:solidFill>
                <a:srgbClr val="4D4D4D"/>
              </a:solidFill>
              <a:prstDash val="solid"/>
              <a:miter lim="400000"/>
            </a:ln>
          </a:left>
          <a:right>
            <a:ln w="12700" cap="flat">
              <a:solidFill>
                <a:srgbClr val="808080"/>
              </a:solidFill>
              <a:prstDash val="solid"/>
              <a:miter lim="400000"/>
            </a:ln>
          </a:right>
          <a:top>
            <a:ln w="12700" cap="flat">
              <a:solidFill>
                <a:srgbClr val="808080"/>
              </a:solidFill>
              <a:prstDash val="solid"/>
              <a:miter lim="400000"/>
            </a:ln>
          </a:top>
          <a:bottom>
            <a:ln w="12700" cap="flat">
              <a:solidFill>
                <a:srgbClr val="808080"/>
              </a:solidFill>
              <a:prstDash val="solid"/>
              <a:miter lim="400000"/>
            </a:ln>
          </a:bottom>
          <a:insideH>
            <a:ln w="12700" cap="flat">
              <a:solidFill>
                <a:srgbClr val="808080"/>
              </a:solidFill>
              <a:prstDash val="solid"/>
              <a:miter lim="400000"/>
            </a:ln>
          </a:insideH>
          <a:insideV>
            <a:ln w="12700" cap="flat">
              <a:solidFill>
                <a:srgbClr val="808080"/>
              </a:solidFill>
              <a:prstDash val="solid"/>
              <a:miter lim="400000"/>
            </a:ln>
          </a:insideV>
        </a:tcBdr>
        <a:fill>
          <a:solidFill>
            <a:schemeClr val="accent3">
              <a:hueOff val="571091"/>
              <a:satOff val="15926"/>
              <a:lumOff val="22314"/>
            </a:schemeClr>
          </a:solidFill>
        </a:fill>
      </a:tcStyle>
    </a:firstCol>
    <a:lastRow>
      <a:tcTxStyle b="off"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38100" cap="flat">
              <a:solidFill>
                <a:srgbClr val="45B43B"/>
              </a:solidFill>
              <a:prstDash val="solid"/>
              <a:miter lim="400000"/>
            </a:ln>
          </a:top>
          <a:bottom>
            <a:ln w="12700" cap="flat">
              <a:solidFill>
                <a:srgbClr val="4D4D4D"/>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noFill/>
        </a:fill>
      </a:tcStyle>
    </a:lastRow>
    <a:firstRow>
      <a:tcTxStyle b="on" i="off">
        <a:font>
          <a:latin typeface="AvenirNext-DemiBold"/>
          <a:ea typeface="AvenirNext-DemiBold"/>
          <a:cs typeface="AvenirNext-DemiBold"/>
        </a:font>
        <a:srgbClr val="000000"/>
      </a:tcTxStyle>
      <a:tcStyle>
        <a:tcBdr>
          <a:left>
            <a:ln w="12700" cap="flat">
              <a:solidFill>
                <a:srgbClr val="4D4D4D"/>
              </a:solidFill>
              <a:prstDash val="solid"/>
              <a:miter lim="400000"/>
            </a:ln>
          </a:left>
          <a:right>
            <a:ln w="12700" cap="flat">
              <a:solidFill>
                <a:srgbClr val="4D4D4D"/>
              </a:solidFill>
              <a:prstDash val="solid"/>
              <a:miter lim="400000"/>
            </a:ln>
          </a:right>
          <a:top>
            <a:ln w="12700" cap="flat">
              <a:solidFill>
                <a:srgbClr val="4D4D4D"/>
              </a:solidFill>
              <a:prstDash val="solid"/>
              <a:miter lim="400000"/>
            </a:ln>
          </a:top>
          <a:bottom>
            <a:ln w="12700" cap="flat">
              <a:solidFill>
                <a:srgbClr val="4D4D4D"/>
              </a:solidFill>
              <a:prstDash val="solid"/>
              <a:miter lim="400000"/>
            </a:ln>
          </a:bottom>
          <a:insideH>
            <a:ln w="12700" cap="flat">
              <a:solidFill>
                <a:srgbClr val="4D4D4D"/>
              </a:solidFill>
              <a:prstDash val="solid"/>
              <a:miter lim="400000"/>
            </a:ln>
          </a:insideH>
          <a:insideV>
            <a:ln w="12700" cap="flat">
              <a:solidFill>
                <a:srgbClr val="4D4D4D"/>
              </a:solidFill>
              <a:prstDash val="solid"/>
              <a:miter lim="400000"/>
            </a:ln>
          </a:insideV>
        </a:tcBdr>
        <a:fill>
          <a:solidFill>
            <a:srgbClr val="45B43B"/>
          </a:solidFill>
        </a:fill>
      </a:tcStyle>
    </a:firstRow>
  </a:tblStyle>
  <a:tblStyle styleId="{CF821DB8-F4EB-4A41-A1BA-3FCAFE7338EE}" styleName="">
    <a:tblBg/>
    <a:wholeTbl>
      <a:tcTxStyle b="off" i="off">
        <a:fontRef idx="minor">
          <a:srgbClr val="000000"/>
        </a:fontRef>
        <a:srgbClr val="000000"/>
      </a:tcTxStyle>
      <a:tcStyle>
        <a:tcBdr>
          <a:left>
            <a:ln w="12700" cap="flat">
              <a:solidFill>
                <a:srgbClr val="5B5A5A"/>
              </a:solidFill>
              <a:prstDash val="solid"/>
              <a:miter lim="400000"/>
            </a:ln>
          </a:left>
          <a:right>
            <a:ln w="12700" cap="flat">
              <a:solidFill>
                <a:srgbClr val="5B5A5A"/>
              </a:solidFill>
              <a:prstDash val="solid"/>
              <a:miter lim="400000"/>
            </a:ln>
          </a:right>
          <a:top>
            <a:ln w="12700" cap="flat">
              <a:solidFill>
                <a:srgbClr val="5B5A5A"/>
              </a:solidFill>
              <a:prstDash val="solid"/>
              <a:miter lim="400000"/>
            </a:ln>
          </a:top>
          <a:bottom>
            <a:ln w="12700" cap="flat">
              <a:solidFill>
                <a:srgbClr val="5B5A5A"/>
              </a:solidFill>
              <a:prstDash val="solid"/>
              <a:miter lim="400000"/>
            </a:ln>
          </a:bottom>
          <a:insideH>
            <a:ln w="12700" cap="flat">
              <a:solidFill>
                <a:srgbClr val="5B5A5A"/>
              </a:solidFill>
              <a:prstDash val="solid"/>
              <a:miter lim="400000"/>
            </a:ln>
          </a:insideH>
          <a:insideV>
            <a:ln w="12700" cap="flat">
              <a:solidFill>
                <a:srgbClr val="5B5A5A"/>
              </a:solidFill>
              <a:prstDash val="solid"/>
              <a:miter lim="400000"/>
            </a:ln>
          </a:insideV>
        </a:tcBdr>
        <a:fill>
          <a:solidFill>
            <a:srgbClr val="FAF7E9"/>
          </a:solidFill>
        </a:fill>
      </a:tcStyle>
    </a:wholeTbl>
    <a:band2H>
      <a:tcTxStyle/>
      <a:tcStyle>
        <a:tcBdr/>
        <a:fill>
          <a:solidFill>
            <a:schemeClr val="accent4">
              <a:hueOff val="349036"/>
              <a:lumOff val="17111"/>
            </a:schemeClr>
          </a:solidFill>
        </a:fill>
      </a:tcStyle>
    </a:band2H>
    <a:firstCol>
      <a:tcTxStyle b="on" i="off">
        <a:font>
          <a:latin typeface="AvenirNext-DemiBold"/>
          <a:ea typeface="AvenirNext-DemiBold"/>
          <a:cs typeface="AvenirNext-DemiBold"/>
        </a:font>
        <a:srgbClr val="000000"/>
      </a:tcTxStyle>
      <a:tcStyle>
        <a:tcBdr>
          <a:left>
            <a:ln w="12700" cap="flat">
              <a:solidFill>
                <a:srgbClr val="5B5A5A"/>
              </a:solidFill>
              <a:prstDash val="solid"/>
              <a:miter lim="400000"/>
            </a:ln>
          </a:left>
          <a:right>
            <a:ln w="12700" cap="flat">
              <a:solidFill>
                <a:srgbClr val="5B5A5A"/>
              </a:solidFill>
              <a:prstDash val="solid"/>
              <a:miter lim="400000"/>
            </a:ln>
          </a:right>
          <a:top>
            <a:ln w="12700" cap="flat">
              <a:solidFill>
                <a:srgbClr val="5B5A5A"/>
              </a:solidFill>
              <a:prstDash val="solid"/>
              <a:miter lim="400000"/>
            </a:ln>
          </a:top>
          <a:bottom>
            <a:ln w="12700" cap="flat">
              <a:solidFill>
                <a:srgbClr val="5B5A5A"/>
              </a:solidFill>
              <a:prstDash val="solid"/>
              <a:miter lim="400000"/>
            </a:ln>
          </a:bottom>
          <a:insideH>
            <a:ln w="12700" cap="flat">
              <a:solidFill>
                <a:srgbClr val="5B5A5A"/>
              </a:solidFill>
              <a:prstDash val="solid"/>
              <a:miter lim="400000"/>
            </a:ln>
          </a:insideH>
          <a:insideV>
            <a:ln w="12700" cap="flat">
              <a:solidFill>
                <a:srgbClr val="5B5A5A"/>
              </a:solidFill>
              <a:prstDash val="solid"/>
              <a:miter lim="400000"/>
            </a:ln>
          </a:insideV>
        </a:tcBdr>
        <a:fill>
          <a:solidFill>
            <a:srgbClr val="FFBD17"/>
          </a:solidFill>
        </a:fill>
      </a:tcStyle>
    </a:firstCol>
    <a:lastRow>
      <a:tcTxStyle b="on" i="off">
        <a:font>
          <a:latin typeface="AvenirNext-DemiBold"/>
          <a:ea typeface="AvenirNext-DemiBold"/>
          <a:cs typeface="AvenirNext-DemiBold"/>
        </a:font>
        <a:srgbClr val="000000"/>
      </a:tcTxStyle>
      <a:tcStyle>
        <a:tcBdr>
          <a:left>
            <a:ln w="12700" cap="flat">
              <a:solidFill>
                <a:srgbClr val="5B5A5A"/>
              </a:solidFill>
              <a:prstDash val="solid"/>
              <a:miter lim="400000"/>
            </a:ln>
          </a:left>
          <a:right>
            <a:ln w="12700" cap="flat">
              <a:solidFill>
                <a:srgbClr val="5B5A5A"/>
              </a:solidFill>
              <a:prstDash val="solid"/>
              <a:miter lim="400000"/>
            </a:ln>
          </a:right>
          <a:top>
            <a:ln w="38100" cap="flat">
              <a:solidFill>
                <a:srgbClr val="FFBD17"/>
              </a:solidFill>
              <a:prstDash val="solid"/>
              <a:miter lim="400000"/>
            </a:ln>
          </a:top>
          <a:bottom>
            <a:ln w="12700" cap="flat">
              <a:solidFill>
                <a:srgbClr val="5B5A5A"/>
              </a:solidFill>
              <a:prstDash val="solid"/>
              <a:miter lim="400000"/>
            </a:ln>
          </a:bottom>
          <a:insideH>
            <a:ln w="12700" cap="flat">
              <a:solidFill>
                <a:srgbClr val="5B5A5A"/>
              </a:solidFill>
              <a:prstDash val="solid"/>
              <a:miter lim="400000"/>
            </a:ln>
          </a:insideH>
          <a:insideV>
            <a:ln w="12700" cap="flat">
              <a:solidFill>
                <a:srgbClr val="5B5A5A"/>
              </a:solidFill>
              <a:prstDash val="solid"/>
              <a:miter lim="400000"/>
            </a:ln>
          </a:insideV>
        </a:tcBdr>
        <a:fill>
          <a:solidFill>
            <a:srgbClr val="FAF7E9"/>
          </a:solidFill>
        </a:fill>
      </a:tcStyle>
    </a:lastRow>
    <a:firstRow>
      <a:tcTxStyle b="on" i="off">
        <a:font>
          <a:latin typeface="AvenirNext-DemiBold"/>
          <a:ea typeface="AvenirNext-DemiBold"/>
          <a:cs typeface="AvenirNext-DemiBold"/>
        </a:font>
        <a:srgbClr val="000000"/>
      </a:tcTxStyle>
      <a:tcStyle>
        <a:tcBdr>
          <a:left>
            <a:ln w="12700" cap="flat">
              <a:solidFill>
                <a:srgbClr val="5B5A5A"/>
              </a:solidFill>
              <a:prstDash val="solid"/>
              <a:miter lim="400000"/>
            </a:ln>
          </a:left>
          <a:right>
            <a:ln w="12700" cap="flat">
              <a:solidFill>
                <a:srgbClr val="5B5A5A"/>
              </a:solidFill>
              <a:prstDash val="solid"/>
              <a:miter lim="400000"/>
            </a:ln>
          </a:right>
          <a:top>
            <a:ln w="12700" cap="flat">
              <a:solidFill>
                <a:srgbClr val="5B5A5A"/>
              </a:solidFill>
              <a:prstDash val="solid"/>
              <a:miter lim="400000"/>
            </a:ln>
          </a:top>
          <a:bottom>
            <a:ln w="12700" cap="flat">
              <a:solidFill>
                <a:srgbClr val="5B5A5A"/>
              </a:solidFill>
              <a:prstDash val="solid"/>
              <a:miter lim="400000"/>
            </a:ln>
          </a:bottom>
          <a:insideH>
            <a:ln w="12700" cap="flat">
              <a:solidFill>
                <a:srgbClr val="5B5A5A"/>
              </a:solidFill>
              <a:prstDash val="solid"/>
              <a:miter lim="400000"/>
            </a:ln>
          </a:insideH>
          <a:insideV>
            <a:ln w="12700" cap="flat">
              <a:solidFill>
                <a:srgbClr val="5B5A5A"/>
              </a:solidFill>
              <a:prstDash val="solid"/>
              <a:miter lim="400000"/>
            </a:ln>
          </a:insideV>
        </a:tcBdr>
        <a:fill>
          <a:solidFill>
            <a:srgbClr val="FF8A25"/>
          </a:solidFill>
        </a:fill>
      </a:tcStyle>
    </a:firstRow>
  </a:tblStyle>
  <a:tblStyle styleId="{33BA23B1-9221-436E-865A-0063620EA4FD}" styleName="">
    <a:tblBg/>
    <a:wholeTbl>
      <a:tcTxStyle b="off" i="off">
        <a:fontRef idx="minor">
          <a:srgbClr val="000000"/>
        </a:fontRef>
        <a:srgbClr val="000000"/>
      </a:tcTxStyle>
      <a:tcStyle>
        <a:tcBdr>
          <a:left>
            <a:ln w="12700" cap="flat">
              <a:solidFill>
                <a:srgbClr val="5E5E5E"/>
              </a:solidFill>
              <a:prstDash val="solid"/>
              <a:miter lim="400000"/>
            </a:ln>
          </a:left>
          <a:right>
            <a:ln w="12700" cap="flat">
              <a:solidFill>
                <a:srgbClr val="5E5E5E"/>
              </a:solidFill>
              <a:prstDash val="solid"/>
              <a:miter lim="400000"/>
            </a:ln>
          </a:right>
          <a:top>
            <a:ln w="12700" cap="flat">
              <a:solidFill>
                <a:srgbClr val="5E5E5E"/>
              </a:solidFill>
              <a:prstDash val="solid"/>
              <a:miter lim="400000"/>
            </a:ln>
          </a:top>
          <a:bottom>
            <a:ln w="12700" cap="flat">
              <a:solidFill>
                <a:srgbClr val="5E5E5E"/>
              </a:solidFill>
              <a:prstDash val="solid"/>
              <a:miter lim="400000"/>
            </a:ln>
          </a:bottom>
          <a:insideH>
            <a:ln w="12700" cap="flat">
              <a:solidFill>
                <a:srgbClr val="5E5E5E"/>
              </a:solidFill>
              <a:prstDash val="solid"/>
              <a:miter lim="400000"/>
            </a:ln>
          </a:insideH>
          <a:insideV>
            <a:ln w="12700" cap="flat">
              <a:solidFill>
                <a:srgbClr val="5E5E5E"/>
              </a:solidFill>
              <a:prstDash val="solid"/>
              <a:miter lim="400000"/>
            </a:ln>
          </a:insideV>
        </a:tcBdr>
        <a:fill>
          <a:noFill/>
        </a:fill>
      </a:tcStyle>
    </a:wholeTbl>
    <a:band2H>
      <a:tcTxStyle/>
      <a:tcStyle>
        <a:tcBdr/>
        <a:fill>
          <a:solidFill>
            <a:srgbClr val="ECEEEF"/>
          </a:solidFill>
        </a:fill>
      </a:tcStyle>
    </a:band2H>
    <a:firstCol>
      <a:tcTxStyle b="on" i="off">
        <a:font>
          <a:latin typeface="AvenirNext-DemiBold"/>
          <a:ea typeface="AvenirNext-DemiBold"/>
          <a:cs typeface="AvenirNext-DemiBold"/>
        </a:font>
        <a:srgbClr val="FFFFFF"/>
      </a:tcTxStyle>
      <a:tcStyle>
        <a:tcBdr>
          <a:left>
            <a:ln w="12700" cap="flat">
              <a:solidFill>
                <a:srgbClr val="A6AAA9"/>
              </a:solidFill>
              <a:prstDash val="solid"/>
              <a:miter lim="400000"/>
            </a:ln>
          </a:left>
          <a:right>
            <a:ln w="12700" cap="flat">
              <a:solidFill>
                <a:srgbClr val="5E5E5E"/>
              </a:solidFill>
              <a:prstDash val="solid"/>
              <a:miter lim="400000"/>
            </a:ln>
          </a:right>
          <a:top>
            <a:ln w="12700" cap="flat">
              <a:solidFill>
                <a:srgbClr val="5E5E5E"/>
              </a:solidFill>
              <a:prstDash val="solid"/>
              <a:miter lim="400000"/>
            </a:ln>
          </a:top>
          <a:bottom>
            <a:ln w="12700" cap="flat">
              <a:solidFill>
                <a:srgbClr val="5E5E5E"/>
              </a:solidFill>
              <a:prstDash val="solid"/>
              <a:miter lim="400000"/>
            </a:ln>
          </a:bottom>
          <a:insideH>
            <a:ln w="12700" cap="flat">
              <a:solidFill>
                <a:srgbClr val="5E5E5E"/>
              </a:solidFill>
              <a:prstDash val="solid"/>
              <a:miter lim="400000"/>
            </a:ln>
          </a:insideH>
          <a:insideV>
            <a:ln w="12700" cap="flat">
              <a:solidFill>
                <a:srgbClr val="5E5E5E"/>
              </a:solidFill>
              <a:prstDash val="solid"/>
              <a:miter lim="400000"/>
            </a:ln>
          </a:insideV>
        </a:tcBdr>
        <a:fill>
          <a:solidFill>
            <a:srgbClr val="32C5B9"/>
          </a:solidFill>
        </a:fill>
      </a:tcStyle>
    </a:firstCol>
    <a:lastRow>
      <a:tcTxStyle b="on" i="off">
        <a:font>
          <a:latin typeface="AvenirNext-DemiBold"/>
          <a:ea typeface="AvenirNext-DemiBold"/>
          <a:cs typeface="AvenirNext-DemiBold"/>
        </a:font>
        <a:srgbClr val="000000"/>
      </a:tcTxStyle>
      <a:tcStyle>
        <a:tcBdr>
          <a:left>
            <a:ln w="12700" cap="flat">
              <a:solidFill>
                <a:srgbClr val="A6AAA9"/>
              </a:solidFill>
              <a:prstDash val="solid"/>
              <a:miter lim="400000"/>
            </a:ln>
          </a:left>
          <a:right>
            <a:ln w="12700" cap="flat">
              <a:solidFill>
                <a:srgbClr val="A6AAA9"/>
              </a:solidFill>
              <a:prstDash val="solid"/>
              <a:miter lim="400000"/>
            </a:ln>
          </a:right>
          <a:top>
            <a:ln w="38100" cap="flat">
              <a:solidFill>
                <a:schemeClr val="accent2">
                  <a:hueOff val="240640"/>
                  <a:satOff val="2542"/>
                  <a:lumOff val="-13198"/>
                </a:schemeClr>
              </a:solidFill>
              <a:prstDash val="solid"/>
              <a:miter lim="400000"/>
            </a:ln>
          </a:top>
          <a:bottom>
            <a:ln w="12700" cap="flat">
              <a:solidFill>
                <a:srgbClr val="A6AAA9"/>
              </a:solidFill>
              <a:prstDash val="solid"/>
              <a:miter lim="400000"/>
            </a:ln>
          </a:bottom>
          <a:insideH>
            <a:ln w="12700" cap="flat">
              <a:solidFill>
                <a:srgbClr val="A6AAA9"/>
              </a:solidFill>
              <a:prstDash val="solid"/>
              <a:miter lim="400000"/>
            </a:ln>
          </a:insideH>
          <a:insideV>
            <a:ln w="12700" cap="flat">
              <a:solidFill>
                <a:srgbClr val="A6AAA9"/>
              </a:solidFill>
              <a:prstDash val="solid"/>
              <a:miter lim="400000"/>
            </a:ln>
          </a:insideV>
        </a:tcBdr>
        <a:fill>
          <a:solidFill>
            <a:srgbClr val="FFFFFF"/>
          </a:solidFill>
        </a:fill>
      </a:tcStyle>
    </a:lastRow>
    <a:firstRow>
      <a:tcTxStyle b="on" i="off">
        <a:font>
          <a:latin typeface="AvenirNext-DemiBold"/>
          <a:ea typeface="AvenirNext-DemiBold"/>
          <a:cs typeface="AvenirNext-DemiBold"/>
        </a:font>
        <a:srgbClr val="FFFFFF"/>
      </a:tcTxStyle>
      <a:tcStyle>
        <a:tcBdr>
          <a:left>
            <a:ln w="12700" cap="flat">
              <a:solidFill>
                <a:srgbClr val="5E5E5E"/>
              </a:solidFill>
              <a:prstDash val="solid"/>
              <a:miter lim="400000"/>
            </a:ln>
          </a:left>
          <a:right>
            <a:ln w="12700" cap="flat">
              <a:solidFill>
                <a:srgbClr val="5E5E5E"/>
              </a:solidFill>
              <a:prstDash val="solid"/>
              <a:miter lim="400000"/>
            </a:ln>
          </a:right>
          <a:top>
            <a:ln w="12700" cap="flat">
              <a:solidFill>
                <a:srgbClr val="A6AAA9"/>
              </a:solidFill>
              <a:prstDash val="solid"/>
              <a:miter lim="400000"/>
            </a:ln>
          </a:top>
          <a:bottom>
            <a:ln w="12700" cap="flat">
              <a:solidFill>
                <a:srgbClr val="5E5E5E"/>
              </a:solidFill>
              <a:prstDash val="solid"/>
              <a:miter lim="400000"/>
            </a:ln>
          </a:bottom>
          <a:insideH>
            <a:ln w="12700" cap="flat">
              <a:solidFill>
                <a:srgbClr val="5E5E5E"/>
              </a:solidFill>
              <a:prstDash val="solid"/>
              <a:miter lim="400000"/>
            </a:ln>
          </a:insideH>
          <a:insideV>
            <a:ln w="12700" cap="flat">
              <a:solidFill>
                <a:srgbClr val="5E5E5E"/>
              </a:solidFill>
              <a:prstDash val="solid"/>
              <a:miter lim="400000"/>
            </a:ln>
          </a:insideV>
        </a:tcBdr>
        <a:fill>
          <a:solidFill>
            <a:schemeClr val="accent2">
              <a:hueOff val="240640"/>
              <a:satOff val="2542"/>
              <a:lumOff val="-13198"/>
            </a:schemeClr>
          </a:solidFill>
        </a:fill>
      </a:tcStyle>
    </a:firstRow>
  </a:tblStyle>
  <a:tblStyle styleId="{2708684C-4D16-4618-839F-0558EEFCDFE6}" styleName="">
    <a:tblBg/>
    <a:wholeTbl>
      <a:tcTxStyle b="off" i="off">
        <a:fontRef idx="minor">
          <a:srgbClr val="000000"/>
        </a:fontRef>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000000"/>
              </a:solidFill>
              <a:custDash>
                <a:ds d="200000" sp="200000"/>
              </a:custDash>
              <a:miter lim="400000"/>
            </a:ln>
          </a:top>
          <a:bottom>
            <a:ln w="12700" cap="flat">
              <a:solidFill>
                <a:srgbClr val="000000"/>
              </a:solidFill>
              <a:custDash>
                <a:ds d="200000" sp="200000"/>
              </a:custDash>
              <a:miter lim="400000"/>
            </a:ln>
          </a:bottom>
          <a:insideH>
            <a:ln w="12700" cap="flat">
              <a:solidFill>
                <a:srgbClr val="000000"/>
              </a:solidFill>
              <a:custDash>
                <a:ds d="200000" sp="200000"/>
              </a:custDash>
              <a:miter lim="400000"/>
            </a:ln>
          </a:insideH>
          <a:insideV>
            <a:ln w="12700" cap="flat">
              <a:solidFill>
                <a:srgbClr val="000000"/>
              </a:solidFill>
              <a:prstDash val="solid"/>
              <a:miter lim="400000"/>
            </a:ln>
          </a:insideV>
        </a:tcBdr>
        <a:fill>
          <a:noFill/>
        </a:fill>
      </a:tcStyle>
    </a:wholeTbl>
    <a:band2H>
      <a:tcTxStyle/>
      <a:tcStyle>
        <a:tcBdr/>
        <a:fill>
          <a:solidFill>
            <a:srgbClr val="EDEEEF"/>
          </a:solidFill>
        </a:fill>
      </a:tcStyle>
    </a:band2H>
    <a:firstCol>
      <a:tcTxStyle b="on" i="off">
        <a:font>
          <a:latin typeface="AvenirNext-DemiBold"/>
          <a:ea typeface="AvenirNext-DemiBold"/>
          <a:cs typeface="AvenirNext-DemiBold"/>
        </a:font>
        <a:srgbClr val="000000"/>
      </a:tcTxStyle>
      <a:tcStyle>
        <a:tcBdr>
          <a:left>
            <a:ln w="12700" cap="flat">
              <a:solidFill>
                <a:srgbClr val="6C6C6C"/>
              </a:solidFill>
              <a:prstDash val="solid"/>
              <a:miter lim="400000"/>
            </a:ln>
          </a:left>
          <a:right>
            <a:ln w="25400" cap="flat">
              <a:solidFill>
                <a:srgbClr val="000000"/>
              </a:solidFill>
              <a:prstDash val="solid"/>
              <a:miter lim="400000"/>
            </a:ln>
          </a:right>
          <a:top>
            <a:ln w="12700" cap="flat">
              <a:solidFill>
                <a:srgbClr val="000000"/>
              </a:solidFill>
              <a:custDash>
                <a:ds d="200000" sp="200000"/>
              </a:custDash>
              <a:miter lim="400000"/>
            </a:ln>
          </a:top>
          <a:bottom>
            <a:ln w="12700" cap="flat">
              <a:solidFill>
                <a:srgbClr val="000000"/>
              </a:solidFill>
              <a:custDash>
                <a:ds d="200000" sp="200000"/>
              </a:custDash>
              <a:miter lim="400000"/>
            </a:ln>
          </a:bottom>
          <a:insideH>
            <a:ln w="12700" cap="flat">
              <a:solidFill>
                <a:srgbClr val="000000"/>
              </a:solidFill>
              <a:custDash>
                <a:ds d="200000" sp="200000"/>
              </a:custDash>
              <a:miter lim="400000"/>
            </a:ln>
          </a:insideH>
          <a:insideV>
            <a:ln w="12700" cap="flat">
              <a:solidFill>
                <a:srgbClr val="000000"/>
              </a:solidFill>
              <a:prstDash val="solid"/>
              <a:miter lim="400000"/>
            </a:ln>
          </a:insideV>
        </a:tcBdr>
        <a:fill>
          <a:noFill/>
        </a:fill>
      </a:tcStyle>
    </a:firstCol>
    <a:lastRow>
      <a:tcTxStyle b="on" i="off">
        <a:font>
          <a:latin typeface="AvenirNext-DemiBold"/>
          <a:ea typeface="AvenirNext-DemiBold"/>
          <a:cs typeface="AvenirNext-DemiBold"/>
        </a:font>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25400" cap="flat">
              <a:solidFill>
                <a:srgbClr val="000000"/>
              </a:solidFill>
              <a:prstDash val="solid"/>
              <a:miter lim="400000"/>
            </a:ln>
          </a:top>
          <a:bottom>
            <a:ln w="12700" cap="flat">
              <a:solidFill>
                <a:srgbClr val="6C6C6C"/>
              </a:solidFill>
              <a:prstDash val="solid"/>
              <a:miter lim="400000"/>
            </a:ln>
          </a:bottom>
          <a:insideH>
            <a:ln w="12700" cap="flat">
              <a:solidFill>
                <a:srgbClr val="000000"/>
              </a:solidFill>
              <a:custDash>
                <a:ds d="200000" sp="200000"/>
              </a:custDash>
              <a:miter lim="400000"/>
            </a:ln>
          </a:insideH>
          <a:insideV>
            <a:ln w="12700" cap="flat">
              <a:solidFill>
                <a:srgbClr val="000000"/>
              </a:solidFill>
              <a:prstDash val="solid"/>
              <a:miter lim="400000"/>
            </a:ln>
          </a:insideV>
        </a:tcBdr>
        <a:fill>
          <a:noFill/>
        </a:fill>
      </a:tcStyle>
    </a:lastRow>
    <a:firstRow>
      <a:tcTxStyle b="on" i="off">
        <a:font>
          <a:latin typeface="AvenirNext-DemiBold"/>
          <a:ea typeface="AvenirNext-DemiBold"/>
          <a:cs typeface="AvenirNext-DemiBold"/>
        </a:font>
        <a:srgbClr val="000000"/>
      </a:tcTxStyle>
      <a:tcStyle>
        <a:tcBdr>
          <a:left>
            <a:ln w="12700" cap="flat">
              <a:solidFill>
                <a:srgbClr val="000000"/>
              </a:solidFill>
              <a:prstDash val="solid"/>
              <a:miter lim="400000"/>
            </a:ln>
          </a:left>
          <a:right>
            <a:ln w="12700" cap="flat">
              <a:solidFill>
                <a:srgbClr val="000000"/>
              </a:solidFill>
              <a:prstDash val="solid"/>
              <a:miter lim="400000"/>
            </a:ln>
          </a:right>
          <a:top>
            <a:ln w="12700" cap="flat">
              <a:solidFill>
                <a:srgbClr val="6C6C6C"/>
              </a:solidFill>
              <a:prstDash val="solid"/>
              <a:miter lim="400000"/>
            </a:ln>
          </a:top>
          <a:bottom>
            <a:ln w="12700" cap="flat">
              <a:solidFill>
                <a:srgbClr val="000000"/>
              </a:solidFill>
              <a:prstDash val="solid"/>
              <a:miter lim="400000"/>
            </a:ln>
          </a:bottom>
          <a:insideH>
            <a:ln w="12700" cap="flat">
              <a:solidFill>
                <a:srgbClr val="000000"/>
              </a:solidFill>
              <a:prstDash val="solid"/>
              <a:miter lim="400000"/>
            </a:ln>
          </a:insideH>
          <a:insideV>
            <a:ln w="12700" cap="flat">
              <a:solidFill>
                <a:srgbClr val="000000"/>
              </a:solidFill>
              <a:prstDash val="solid"/>
              <a:miter lim="400000"/>
            </a:ln>
          </a:insideV>
        </a:tcBdr>
        <a:fill>
          <a:solidFill>
            <a:srgbClr val="D6DCE0"/>
          </a:solidFill>
        </a:fill>
      </a:tcStyle>
    </a:firstRow>
  </a:tblStyle>
  <a:tblStyle styleId="{5940675A-B579-460E-94D1-54222C63F5DA}" styleName="스타일 없음, 표 눈금">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7116"/>
    <p:restoredTop sz="80803" autoAdjust="0"/>
  </p:normalViewPr>
  <p:slideViewPr>
    <p:cSldViewPr snapToGrid="0">
      <p:cViewPr varScale="1">
        <p:scale>
          <a:sx n="89" d="100"/>
          <a:sy n="89" d="100"/>
        </p:scale>
        <p:origin x="2936" y="184"/>
      </p:cViewPr>
      <p:guideLst/>
    </p:cSldViewPr>
  </p:slideViewPr>
  <p:outlineViewPr>
    <p:cViewPr>
      <p:scale>
        <a:sx n="33" d="100"/>
        <a:sy n="33" d="100"/>
      </p:scale>
      <p:origin x="0" y="0"/>
    </p:cViewPr>
  </p:outlineViewPr>
  <p:notesTextViewPr>
    <p:cViewPr>
      <p:scale>
        <a:sx n="3" d="2"/>
        <a:sy n="3" d="2"/>
      </p:scale>
      <p:origin x="0" y="0"/>
    </p:cViewPr>
  </p:notesTextViewPr>
  <p:notesViewPr>
    <p:cSldViewPr snapToGrid="0">
      <p:cViewPr varScale="1">
        <p:scale>
          <a:sx n="167" d="100"/>
          <a:sy n="167" d="100"/>
        </p:scale>
        <p:origin x="5432" y="176"/>
      </p:cViewPr>
      <p:guideLst/>
    </p:cSldViewPr>
  </p:notesViewPr>
  <p:gridSpacing cx="72008" cy="72008"/>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notesMaster" Target="notesMasters/notesMaster1.xml"/><Relationship Id="rId24" Type="http://schemas.openxmlformats.org/officeDocument/2006/relationships/handoutMaster" Target="handoutMasters/handoutMaster1.xml"/><Relationship Id="rId25" Type="http://schemas.openxmlformats.org/officeDocument/2006/relationships/presProps" Target="presProps.xml"/><Relationship Id="rId26" Type="http://schemas.openxmlformats.org/officeDocument/2006/relationships/viewProps" Target="viewProps.xml"/><Relationship Id="rId27" Type="http://schemas.openxmlformats.org/officeDocument/2006/relationships/theme" Target="theme/theme1.xml"/><Relationship Id="rId28" Type="http://schemas.openxmlformats.org/officeDocument/2006/relationships/tableStyles" Target="tableStyle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머리글 개체 틀 1">
            <a:extLst>
              <a:ext uri="{FF2B5EF4-FFF2-40B4-BE49-F238E27FC236}">
                <a16:creationId xmlns:a16="http://schemas.microsoft.com/office/drawing/2014/main" id="{17AECBC2-CF38-51D1-D583-52A90E084F2A}"/>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ko-KR" altLang="en-US"/>
          </a:p>
        </p:txBody>
      </p:sp>
      <p:sp>
        <p:nvSpPr>
          <p:cNvPr id="3" name="날짜 개체 틀 2">
            <a:extLst>
              <a:ext uri="{FF2B5EF4-FFF2-40B4-BE49-F238E27FC236}">
                <a16:creationId xmlns:a16="http://schemas.microsoft.com/office/drawing/2014/main" id="{696E9E40-1BF4-3EA0-BCD4-FC0B197060E9}"/>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77582646-EBD2-134A-994F-649BE9EE867E}" type="datetimeFigureOut">
              <a:rPr kumimoji="1" lang="ko-KR" altLang="en-US" smtClean="0"/>
              <a:t>2026. 7. 14.</a:t>
            </a:fld>
            <a:endParaRPr kumimoji="1" lang="ko-KR" altLang="en-US"/>
          </a:p>
        </p:txBody>
      </p:sp>
      <p:sp>
        <p:nvSpPr>
          <p:cNvPr id="4" name="바닥글 개체 틀 3">
            <a:extLst>
              <a:ext uri="{FF2B5EF4-FFF2-40B4-BE49-F238E27FC236}">
                <a16:creationId xmlns:a16="http://schemas.microsoft.com/office/drawing/2014/main" id="{D7A6D90B-CC0E-8D2B-BBF2-786B86EFBEF4}"/>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ko-KR" altLang="en-US"/>
          </a:p>
        </p:txBody>
      </p:sp>
      <p:sp>
        <p:nvSpPr>
          <p:cNvPr id="5" name="슬라이드 번호 개체 틀 4">
            <a:extLst>
              <a:ext uri="{FF2B5EF4-FFF2-40B4-BE49-F238E27FC236}">
                <a16:creationId xmlns:a16="http://schemas.microsoft.com/office/drawing/2014/main" id="{2D4B1DE0-EB51-D131-A2B1-58E6EC45C0A5}"/>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52210B5E-AAB0-4E42-A7D8-1F877DA2206C}" type="slidenum">
              <a:rPr kumimoji="1" lang="ko-KR" altLang="en-US" smtClean="0"/>
              <a:t>‹#›</a:t>
            </a:fld>
            <a:endParaRPr kumimoji="1" lang="ko-KR" altLang="en-US"/>
          </a:p>
        </p:txBody>
      </p:sp>
    </p:spTree>
    <p:extLst>
      <p:ext uri="{BB962C8B-B14F-4D97-AF65-F5344CB8AC3E}">
        <p14:creationId xmlns:p14="http://schemas.microsoft.com/office/powerpoint/2010/main" val="2157819639"/>
      </p:ext>
    </p:extLst>
  </p:cSld>
  <p:clrMap bg1="lt1" tx1="dk1" bg2="lt2" tx2="dk2" accent1="accent1" accent2="accent2" accent3="accent3" accent4="accent4" accent5="accent5" accent6="accent6" hlink="hlink" folHlink="folHlink"/>
  <p:hf sldNum="0" hdr="0" ftr="0" dt="0"/>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171" name="Shape 171"/>
          <p:cNvSpPr>
            <a:spLocks noGrp="1" noRot="1" noChangeAspect="1"/>
          </p:cNvSpPr>
          <p:nvPr>
            <p:ph type="sldImg"/>
          </p:nvPr>
        </p:nvSpPr>
        <p:spPr>
          <a:xfrm>
            <a:off x="1143000" y="685800"/>
            <a:ext cx="4572000" cy="3429000"/>
          </a:xfrm>
          <a:prstGeom prst="rect">
            <a:avLst/>
          </a:prstGeom>
        </p:spPr>
        <p:txBody>
          <a:bodyPr/>
          <a:lstStyle/>
          <a:p>
            <a:endParaRPr/>
          </a:p>
        </p:txBody>
      </p:sp>
      <p:sp>
        <p:nvSpPr>
          <p:cNvPr id="172" name="Shape 172"/>
          <p:cNvSpPr>
            <a:spLocks noGrp="1"/>
          </p:cNvSpPr>
          <p:nvPr>
            <p:ph type="body" sz="quarter" idx="1"/>
          </p:nvPr>
        </p:nvSpPr>
        <p:spPr>
          <a:xfrm>
            <a:off x="914400" y="4343400"/>
            <a:ext cx="5029200" cy="4114800"/>
          </a:xfrm>
          <a:prstGeom prst="rect">
            <a:avLst/>
          </a:prstGeom>
        </p:spPr>
        <p:txBody>
          <a:bodyPr/>
          <a:lstStyle/>
          <a:p>
            <a:endParaRPr/>
          </a:p>
        </p:txBody>
      </p:sp>
    </p:spTree>
  </p:cSld>
  <p:clrMap bg1="lt1" tx1="dk1" bg2="lt2" tx2="dk2" accent1="accent1" accent2="accent2" accent3="accent3" accent4="accent4" accent5="accent5" accent6="accent6" hlink="hlink" folHlink="folHlink"/>
  <p:hf sldNum="0" hdr="0" ftr="0" dt="0"/>
  <p:notesStyle>
    <a:lvl1pPr defTabSz="457200" latinLnBrk="0">
      <a:lnSpc>
        <a:spcPct val="117999"/>
      </a:lnSpc>
      <a:defRPr sz="1500">
        <a:latin typeface="Helvetica Neue"/>
        <a:ea typeface="Helvetica Neue"/>
        <a:cs typeface="Helvetica Neue"/>
        <a:sym typeface="Helvetica Neue"/>
      </a:defRPr>
    </a:lvl1pPr>
    <a:lvl2pPr indent="228600" defTabSz="457200" latinLnBrk="0">
      <a:lnSpc>
        <a:spcPct val="117999"/>
      </a:lnSpc>
      <a:defRPr sz="1500">
        <a:latin typeface="Helvetica Neue"/>
        <a:ea typeface="Helvetica Neue"/>
        <a:cs typeface="Helvetica Neue"/>
        <a:sym typeface="Helvetica Neue"/>
      </a:defRPr>
    </a:lvl2pPr>
    <a:lvl3pPr indent="457200" defTabSz="457200" latinLnBrk="0">
      <a:lnSpc>
        <a:spcPct val="117999"/>
      </a:lnSpc>
      <a:defRPr sz="1500">
        <a:latin typeface="Helvetica Neue"/>
        <a:ea typeface="Helvetica Neue"/>
        <a:cs typeface="Helvetica Neue"/>
        <a:sym typeface="Helvetica Neue"/>
      </a:defRPr>
    </a:lvl3pPr>
    <a:lvl4pPr indent="685800" defTabSz="457200" latinLnBrk="0">
      <a:lnSpc>
        <a:spcPct val="117999"/>
      </a:lnSpc>
      <a:defRPr sz="1500">
        <a:latin typeface="Helvetica Neue"/>
        <a:ea typeface="Helvetica Neue"/>
        <a:cs typeface="Helvetica Neue"/>
        <a:sym typeface="Helvetica Neue"/>
      </a:defRPr>
    </a:lvl4pPr>
    <a:lvl5pPr indent="914400" defTabSz="457200" latinLnBrk="0">
      <a:lnSpc>
        <a:spcPct val="117999"/>
      </a:lnSpc>
      <a:defRPr sz="1500">
        <a:latin typeface="Helvetica Neue"/>
        <a:ea typeface="Helvetica Neue"/>
        <a:cs typeface="Helvetica Neue"/>
        <a:sym typeface="Helvetica Neue"/>
      </a:defRPr>
    </a:lvl5pPr>
    <a:lvl6pPr indent="1143000" defTabSz="457200" latinLnBrk="0">
      <a:lnSpc>
        <a:spcPct val="117999"/>
      </a:lnSpc>
      <a:defRPr sz="1500">
        <a:latin typeface="Helvetica Neue"/>
        <a:ea typeface="Helvetica Neue"/>
        <a:cs typeface="Helvetica Neue"/>
        <a:sym typeface="Helvetica Neue"/>
      </a:defRPr>
    </a:lvl6pPr>
    <a:lvl7pPr indent="1371600" defTabSz="457200" latinLnBrk="0">
      <a:lnSpc>
        <a:spcPct val="117999"/>
      </a:lnSpc>
      <a:defRPr sz="1500">
        <a:latin typeface="Helvetica Neue"/>
        <a:ea typeface="Helvetica Neue"/>
        <a:cs typeface="Helvetica Neue"/>
        <a:sym typeface="Helvetica Neue"/>
      </a:defRPr>
    </a:lvl7pPr>
    <a:lvl8pPr indent="1600200" defTabSz="457200" latinLnBrk="0">
      <a:lnSpc>
        <a:spcPct val="117999"/>
      </a:lnSpc>
      <a:defRPr sz="1500">
        <a:latin typeface="Helvetica Neue"/>
        <a:ea typeface="Helvetica Neue"/>
        <a:cs typeface="Helvetica Neue"/>
        <a:sym typeface="Helvetica Neue"/>
      </a:defRPr>
    </a:lvl8pPr>
    <a:lvl9pPr indent="1828800" defTabSz="457200" latinLnBrk="0">
      <a:lnSpc>
        <a:spcPct val="117999"/>
      </a:lnSpc>
      <a:defRPr sz="1500">
        <a:latin typeface="Helvetica Neue"/>
        <a:ea typeface="Helvetica Neue"/>
        <a:cs typeface="Helvetica Neue"/>
        <a:sym typeface="Helvetica Neue"/>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0.xml"/></Relationships>
</file>

<file path=ppt/notesSlides/_rels/notesSlide2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sz="quarter" idx="1"/>
          </p:nvPr>
        </p:nvSpPr>
        <p:spPr/>
        <p:txBody>
          <a:bodyPr/>
          <a:lstStyle/>
          <a:p>
            <a:r>
              <a:t>Let me start today's team meeting.</a:t>
            </a:r>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sz="quarter" idx="1"/>
          </p:nvPr>
        </p:nvSpPr>
        <p:spPr/>
        <p:txBody>
          <a:bodyPr/>
          <a:lstStyle/>
          <a:p>
            <a:r>
              <a:t>Last time I did two things. First, drone selection — Mavic 4 Pro versus Matrice 4E, comparing echo strength against RTK ground truth. Second, a short review of LaSen, the SenSys paper that tracks a drone using 5G. Since then I was at ICML and had a few other things going on, so this meeting is a bit of a rushed one. Today I will show the Sionna progress — the chamber, the drone meshes, and the micro-Doppler — and then introduce a paper.</a:t>
            </a:r>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sz="quarter" idx="1"/>
          </p:nvPr>
        </p:nvSpPr>
        <p:spPr/>
        <p:txBody>
          <a:bodyPr/>
          <a:lstStyle/>
          <a:p>
            <a:r>
              <a:t>Today has two parts. First, what I built in Sionna: the environment and the micro-Doppler model. I also compared Wi-Fi, LTE and 5G as illuminators, but I want to check that part more carefully, so I will bring it to the next meeting. Second, a short introduction to a paper from ICML.</a:t>
            </a:r>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sz="quarter" idx="1"/>
          </p:nvPr>
        </p:nvSpPr>
        <p:spPr/>
        <p:txBody>
          <a:bodyPr/>
          <a:lstStyle/>
          <a:p>
            <a:r>
              <a:t>Let me start with the Sionna simulation.</a:t>
            </a:r>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sz="quarter" idx="1"/>
          </p:nvPr>
        </p:nvSpPr>
        <p:spPr/>
        <p:txBody>
          <a:bodyPr/>
          <a:lstStyle/>
          <a:p>
            <a:r>
              <a:t>This is the path I took. First the chamber and the five DJI meshes, built from their real specs. Then I split the frame from the rotors so each propeller spins on its own — that gives the micro-Doppler, and it is also what we would need to fly these in PX4 or Gazebo later. In between I also built the real Wi-Fi, LTE and 5G waveforms and looked at which reference signals a passive receiver can actually use, but I want one more pass on that before I present it.</a:t>
            </a:r>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sz="quarter" idx="1"/>
          </p:nvPr>
        </p:nvSpPr>
        <p:spPr/>
        <p:txBody>
          <a:bodyPr/>
          <a:lstStyle/>
          <a:p>
            <a:r>
              <a:t>For the chamber, I copied the specs of the RF playground we were planning to use for the real experiment. It is thirty by twenty by eleven meters. The walls absorb the echoes, so we see only the drone.</a:t>
            </a:r>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sz="quarter" idx="1"/>
          </p:nvPr>
        </p:nvSpPr>
        <p:spPr/>
        <p:txBody>
          <a:bodyPr/>
          <a:lstStyle/>
          <a:p>
            <a:r>
              <a:rPr dirty="0"/>
              <a:t>For the drone meshes, I first collected the detailed specs and then I asked Claude to build the mesh from those numbers. Let me show you the visualizations.</a:t>
            </a:r>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sz="quarter" idx="1"/>
          </p:nvPr>
        </p:nvSpPr>
        <p:spPr/>
        <p:txBody>
          <a:bodyPr/>
          <a:lstStyle/>
          <a:p>
            <a:r>
              <a:rPr dirty="0"/>
              <a:t>These are the five meshes. Here they are drawn at the same size, so you can compare the shapes </a:t>
            </a:r>
            <a:endParaRPr lang="en-US" dirty="0"/>
          </a:p>
          <a:p>
            <a:endParaRPr lang="en-US" dirty="0"/>
          </a:p>
          <a:p>
            <a:r>
              <a:rPr dirty="0"/>
              <a:t>The real sizes are very different, and I show that on the next slide.</a:t>
            </a:r>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145773D-7CFE-E0E3-4675-89660C1EA65E}"/>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071E615E-EF83-3CF2-9E22-54613E1B0C6A}"/>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B05A5205-B895-11D1-4158-239E09FD3CB1}"/>
              </a:ext>
            </a:extLst>
          </p:cNvPr>
          <p:cNvSpPr>
            <a:spLocks noGrp="1"/>
          </p:cNvSpPr>
          <p:nvPr>
            <p:ph type="body" sz="quarter" idx="1"/>
          </p:nvPr>
        </p:nvSpPr>
        <p:spPr/>
        <p:txBody>
          <a:bodyPr/>
          <a:lstStyle/>
          <a:p>
            <a:r>
              <a:rPr dirty="0"/>
              <a:t>This is the real size comparison, all at the same scale. The S1000+ is by far the largest — about one meter across — and the Mini 5 Pro fits in your hand, at 250 grams.</a:t>
            </a:r>
            <a:endParaRPr lang="en-US" dirty="0"/>
          </a:p>
          <a:p>
            <a:endParaRPr lang="en-US" dirty="0"/>
          </a:p>
          <a:p>
            <a:r>
              <a:rPr dirty="0"/>
              <a:t>The dashed circles are the propeller discs.</a:t>
            </a:r>
          </a:p>
        </p:txBody>
      </p:sp>
    </p:spTree>
    <p:extLst>
      <p:ext uri="{BB962C8B-B14F-4D97-AF65-F5344CB8AC3E}">
        <p14:creationId xmlns:p14="http://schemas.microsoft.com/office/powerpoint/2010/main" val="36513938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F19BBC6-1E54-FF61-5B7D-55930DC4E1D5}"/>
            </a:ext>
          </a:extLst>
        </p:cNvPr>
        <p:cNvGrpSpPr/>
        <p:nvPr/>
      </p:nvGrpSpPr>
      <p:grpSpPr>
        <a:xfrm>
          <a:off x="0" y="0"/>
          <a:ext cx="0" cy="0"/>
          <a:chOff x="0" y="0"/>
          <a:chExt cx="0" cy="0"/>
        </a:xfrm>
      </p:grpSpPr>
      <p:sp>
        <p:nvSpPr>
          <p:cNvPr id="2" name="Slide Image Placeholder 1">
            <a:extLst>
              <a:ext uri="{FF2B5EF4-FFF2-40B4-BE49-F238E27FC236}">
                <a16:creationId xmlns:a16="http://schemas.microsoft.com/office/drawing/2014/main" id="{CA99E34A-51FC-93F3-D506-675D2033D9E2}"/>
              </a:ext>
            </a:extLst>
          </p:cNvPr>
          <p:cNvSpPr>
            <a:spLocks noGrp="1" noRot="1" noChangeAspect="1"/>
          </p:cNvSpPr>
          <p:nvPr>
            <p:ph type="sldImg"/>
          </p:nvPr>
        </p:nvSpPr>
        <p:spPr>
          <a:xfrm>
            <a:off x="381000" y="685800"/>
            <a:ext cx="6096000" cy="3429000"/>
          </a:xfrm>
        </p:spPr>
      </p:sp>
      <p:sp>
        <p:nvSpPr>
          <p:cNvPr id="3" name="Notes Placeholder 2">
            <a:extLst>
              <a:ext uri="{FF2B5EF4-FFF2-40B4-BE49-F238E27FC236}">
                <a16:creationId xmlns:a16="http://schemas.microsoft.com/office/drawing/2014/main" id="{D25F917E-165D-377A-90B3-CE150EAE43AD}"/>
              </a:ext>
            </a:extLst>
          </p:cNvPr>
          <p:cNvSpPr>
            <a:spLocks noGrp="1"/>
          </p:cNvSpPr>
          <p:nvPr>
            <p:ph type="body" sz="quarter" idx="1"/>
          </p:nvPr>
        </p:nvSpPr>
        <p:spPr/>
        <p:txBody>
          <a:bodyPr/>
          <a:lstStyle/>
          <a:p>
            <a:r>
              <a:rPr dirty="0"/>
              <a:t>And this is what they look like inside the chamber</a:t>
            </a:r>
          </a:p>
        </p:txBody>
      </p:sp>
    </p:spTree>
    <p:extLst>
      <p:ext uri="{BB962C8B-B14F-4D97-AF65-F5344CB8AC3E}">
        <p14:creationId xmlns:p14="http://schemas.microsoft.com/office/powerpoint/2010/main" val="199091204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sz="quarter" idx="1"/>
          </p:nvPr>
        </p:nvSpPr>
        <p:spPr/>
        <p:txBody>
          <a:bodyPr/>
          <a:lstStyle/>
          <a:p>
            <a:r>
              <a:rPr dirty="0"/>
              <a:t>Stage three. I split the drone into a frame plus individually spinning rotors, so the body can tilt while the props spin independently — I verified that the frame vertices do not move at all when only the blades rotate. </a:t>
            </a:r>
            <a:r>
              <a:rPr lang="en-US" dirty="0"/>
              <a:t>\</a:t>
            </a:r>
          </a:p>
          <a:p>
            <a:endParaRPr lang="en-US" dirty="0"/>
          </a:p>
          <a:p>
            <a:pPr marL="0" marR="0" lvl="0" indent="0" defTabSz="457200" eaLnBrk="1" fontAlgn="auto" latinLnBrk="0" hangingPunct="1">
              <a:lnSpc>
                <a:spcPct val="117999"/>
              </a:lnSpc>
              <a:spcBef>
                <a:spcPts val="0"/>
              </a:spcBef>
              <a:spcAft>
                <a:spcPts val="0"/>
              </a:spcAft>
              <a:buClrTx/>
              <a:buSzTx/>
              <a:buFontTx/>
              <a:buNone/>
              <a:tabLst/>
              <a:defRPr/>
            </a:pPr>
            <a:r>
              <a:rPr lang="en-US" altLang="ko-KR" dirty="0"/>
              <a:t>Every part is modeled separately: body, arms, motors, propellers, gimbal, landing gear. </a:t>
            </a:r>
          </a:p>
          <a:p>
            <a:endParaRPr lang="en-US" dirty="0"/>
          </a:p>
          <a:p>
            <a:r>
              <a:rPr dirty="0"/>
              <a:t>This is the basis for both micro-Doppler and, later, flight simulation.</a:t>
            </a:r>
            <a:endParaRPr lang="en-US" dirty="0"/>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sz="quarter" idx="1"/>
          </p:nvPr>
        </p:nvSpPr>
        <p:spPr/>
        <p:txBody>
          <a:bodyPr/>
          <a:lstStyle/>
          <a:p>
            <a:r>
              <a:rPr dirty="0"/>
              <a:t>Stage three, the micro-Doppler. </a:t>
            </a:r>
            <a:endParaRPr lang="en-US" dirty="0"/>
          </a:p>
          <a:p>
            <a:r>
              <a:rPr dirty="0"/>
              <a:t>I separated the rotors so the blades can spin on their own, and then I simply asked for the micro-Doppler pattern — and this is what came out. The vertical stripes are the blade flashes, and the spread around the </a:t>
            </a:r>
            <a:r>
              <a:rPr dirty="0" err="1"/>
              <a:t>centre</a:t>
            </a:r>
            <a:r>
              <a:rPr dirty="0"/>
              <a:t> is the Doppler from the blade tips. That is as far as I have taken it for now.</a:t>
            </a:r>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a:xfrm>
            <a:off x="381000" y="685800"/>
            <a:ext cx="6096000" cy="3429000"/>
          </a:xfrm>
        </p:spPr>
      </p:sp>
      <p:sp>
        <p:nvSpPr>
          <p:cNvPr id="3" name="Notes Placeholder 2"/>
          <p:cNvSpPr>
            <a:spLocks noGrp="1"/>
          </p:cNvSpPr>
          <p:nvPr>
            <p:ph type="body" sz="quarter" idx="1"/>
          </p:nvPr>
        </p:nvSpPr>
        <p:spPr/>
        <p:txBody>
          <a:bodyPr/>
          <a:lstStyle/>
          <a:p>
            <a:r>
              <a:t>This is where the work sits. Done: the environment — the chamber and the five meshes — and the articulated drone with its micro-Doppler signature. Next is the illuminator study: Wi-Fi, LTE and 5G, and which reference signals a passive receiver can really use. I have that running already, but I want to verify it properly before I show it. After that, the real passive radar chain: bistatic geometry, clutter removal, CFAR detection and tracking — and further out, drone versus bird from the blade signature, and exporting the articulated model to PX4 or Gazebo.</a:t>
            </a:r>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a:xfrm>
            <a:off x="381000" y="685800"/>
            <a:ext cx="6096000" cy="3429000"/>
          </a:xfrm>
        </p:spPr>
      </p:sp>
      <p:sp>
        <p:nvSpPr>
          <p:cNvPr id="3" name="슬라이드 노트 개체 틀 2"/>
          <p:cNvSpPr>
            <a:spLocks noGrp="1"/>
          </p:cNvSpPr>
          <p:nvPr>
            <p:ph type="body" idx="1"/>
          </p:nvPr>
        </p:nvSpPr>
        <p:spPr/>
        <p:txBody>
          <a:bodyPr/>
          <a:lstStyle/>
          <a:p>
            <a:r>
              <a:t>Now let me briefly introduce the paper from ICML that I found interesting, and then wrap up.</a:t>
            </a:r>
          </a:p>
        </p:txBody>
      </p:sp>
    </p:spTree>
    <p:extLst>
      <p:ext uri="{BB962C8B-B14F-4D97-AF65-F5344CB8AC3E}">
        <p14:creationId xmlns:p14="http://schemas.microsoft.com/office/powerpoint/2010/main" val="3043232438"/>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a:xfrm>
            <a:off x="381000" y="685800"/>
            <a:ext cx="6096000" cy="3429000"/>
          </a:xfrm>
        </p:spPr>
      </p:sp>
      <p:sp>
        <p:nvSpPr>
          <p:cNvPr id="3" name="슬라이드 노트 개체 틀 2"/>
          <p:cNvSpPr>
            <a:spLocks noGrp="1"/>
          </p:cNvSpPr>
          <p:nvPr>
            <p:ph type="body" idx="1"/>
          </p:nvPr>
        </p:nvSpPr>
        <p:spPr/>
        <p:txBody>
          <a:bodyPr/>
          <a:lstStyle/>
          <a:p>
            <a:r>
              <a:t>The task is wireless signal recognition. An AI reads a passively received IQ signal and labels it — the modulation type, the wireless technology, or an anomaly. A lot of recent work does this with deep learning, and diffusion models in particular have been doing well, because they are strong denoisers and their learned features transfer nicely to this task.</a:t>
            </a:r>
          </a:p>
        </p:txBody>
      </p:sp>
    </p:spTree>
    <p:extLst>
      <p:ext uri="{BB962C8B-B14F-4D97-AF65-F5344CB8AC3E}">
        <p14:creationId xmlns:p14="http://schemas.microsoft.com/office/powerpoint/2010/main" val="395242846"/>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a:xfrm>
            <a:off x="381000" y="685800"/>
            <a:ext cx="6096000" cy="3429000"/>
          </a:xfrm>
        </p:spPr>
      </p:sp>
      <p:sp>
        <p:nvSpPr>
          <p:cNvPr id="3" name="슬라이드 노트 개체 틀 2"/>
          <p:cNvSpPr>
            <a:spLocks noGrp="1"/>
          </p:cNvSpPr>
          <p:nvPr>
            <p:ph type="body" idx="1"/>
          </p:nvPr>
        </p:nvSpPr>
        <p:spPr/>
        <p:txBody>
          <a:bodyPr/>
          <a:lstStyle/>
          <a:p>
            <a:r>
              <a:t>But the authors point out a gap. Existing diffusion work only adds and removes Gaussian noise. A real channel is not Gaussian — it multiplies the signal, it does not just add to it. So they argue the physics is missing, and they put a physical channel model inside the forward process. The reverse process then learns to undo the channel, not just the noise. They call this de-channeling.</a:t>
            </a:r>
          </a:p>
        </p:txBody>
      </p:sp>
    </p:spTree>
    <p:extLst>
      <p:ext uri="{BB962C8B-B14F-4D97-AF65-F5344CB8AC3E}">
        <p14:creationId xmlns:p14="http://schemas.microsoft.com/office/powerpoint/2010/main" val="994988485"/>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a:xfrm>
            <a:off x="381000" y="685800"/>
            <a:ext cx="6096000" cy="3429000"/>
          </a:xfrm>
        </p:spPr>
      </p:sp>
      <p:sp>
        <p:nvSpPr>
          <p:cNvPr id="3" name="슬라이드 노트 개체 틀 2"/>
          <p:cNvSpPr>
            <a:spLocks noGrp="1"/>
          </p:cNvSpPr>
          <p:nvPr>
            <p:ph type="body" idx="1"/>
          </p:nvPr>
        </p:nvSpPr>
        <p:spPr/>
        <p:txBody>
          <a:bodyPr/>
          <a:lstStyle/>
          <a:p>
            <a:r>
              <a:t>This is the whole pipeline. On the left is the forward process. Instead of adding only Gaussian noise, they first push the signal through a channel — but not a free-form neural channel. They keep a small set of real physical channels: AWGN, Rayleigh, Rician, carrier frequency offset and sampling rate offset. A small network — they call it CPE-Net, the channel parameter estimation network — looks at the signal and outputs softmax weights over those candidates. So the forward process is: mix the physical channels with the estimated weights, apply that, and then add Gaussian noise.</a:t>
            </a:r>
          </a:p>
          <a:p>
            <a:endParaRPr/>
          </a:p>
          <a:p>
            <a:r>
              <a:t>Why constrain it that way? Because they prove that if you let the channel be a free network, the loss has a local minimum where the channel simply becomes one — in other words, the model quietly switches the channel off, and you are back to ordinary denoising.</a:t>
            </a:r>
          </a:p>
          <a:p>
            <a:endParaRPr/>
          </a:p>
          <a:p>
            <a:r>
              <a:t>On the right is the reverse process, which they call FusedFormer. It has a fusion module that combines the time-domain and the spectral view of the signal, and a self-attention module on top. That is the part that learns to undo the channel and the noise. I could not fully follow the attention details yet — that is part of the AI study I planned.</a:t>
            </a:r>
          </a:p>
        </p:txBody>
      </p:sp>
    </p:spTree>
    <p:extLst>
      <p:ext uri="{BB962C8B-B14F-4D97-AF65-F5344CB8AC3E}">
        <p14:creationId xmlns:p14="http://schemas.microsoft.com/office/powerpoint/2010/main" val="1644190163"/>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슬라이드 이미지 개체 틀 1"/>
          <p:cNvSpPr>
            <a:spLocks noGrp="1" noRot="1" noChangeAspect="1"/>
          </p:cNvSpPr>
          <p:nvPr>
            <p:ph type="sldImg"/>
          </p:nvPr>
        </p:nvSpPr>
        <p:spPr>
          <a:xfrm>
            <a:off x="381000" y="685800"/>
            <a:ext cx="6096000" cy="3429000"/>
          </a:xfrm>
        </p:spPr>
      </p:sp>
      <p:sp>
        <p:nvSpPr>
          <p:cNvPr id="3" name="슬라이드 노트 개체 틀 2"/>
          <p:cNvSpPr>
            <a:spLocks noGrp="1"/>
          </p:cNvSpPr>
          <p:nvPr>
            <p:ph type="body" idx="1"/>
          </p:nvPr>
        </p:nvSpPr>
        <p:spPr/>
        <p:txBody>
          <a:bodyPr/>
          <a:lstStyle/>
          <a:p>
            <a:r>
              <a:t>They report state of the art on all four datasets, with an average rank of one. But look at the margins. On RML2016 they get 63.60 against IQFormer's 63.54 — that is six hundredths of a point, and I honestly wonder whether it would survive a different random seed. The one clear win is TechRec: 91.0, against 88.8 for the next best.</a:t>
            </a:r>
          </a:p>
          <a:p>
            <a:endParaRPr/>
          </a:p>
          <a:p>
            <a:r>
              <a:t>What convinced me more than the headline table is their own ablation. If you drop just one physical channel from the candidate set — say the carrier frequency offset — the accuracy falls by about two points, from 63.6 to 61.5. So the physical priors really are doing the work, even though the margin over the previous best model is thin. And interestingly, adding more channel types, like multipath or Nakagami, does not help.</a:t>
            </a:r>
          </a:p>
          <a:p>
            <a:endParaRPr/>
          </a:p>
          <a:p>
            <a:r>
              <a:t>One thing I take from this for our own work: learning buys you a few points, but physics — bandwidth and integration time — buys you tens of decibels.</a:t>
            </a:r>
          </a:p>
        </p:txBody>
      </p:sp>
    </p:spTree>
    <p:extLst>
      <p:ext uri="{BB962C8B-B14F-4D97-AF65-F5344CB8AC3E}">
        <p14:creationId xmlns:p14="http://schemas.microsoft.com/office/powerpoint/2010/main" val="3633082636"/>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273CC8C-5659-5EED-9405-F2284EE6BAFC}"/>
            </a:ext>
          </a:extLst>
        </p:cNvPr>
        <p:cNvGrpSpPr/>
        <p:nvPr/>
      </p:nvGrpSpPr>
      <p:grpSpPr>
        <a:xfrm>
          <a:off x="0" y="0"/>
          <a:ext cx="0" cy="0"/>
          <a:chOff x="0" y="0"/>
          <a:chExt cx="0" cy="0"/>
        </a:xfrm>
      </p:grpSpPr>
      <p:sp>
        <p:nvSpPr>
          <p:cNvPr id="2" name="슬라이드 이미지 개체 틀 1">
            <a:extLst>
              <a:ext uri="{FF2B5EF4-FFF2-40B4-BE49-F238E27FC236}">
                <a16:creationId xmlns:a16="http://schemas.microsoft.com/office/drawing/2014/main" id="{729BCAC2-D6CC-31DC-56B7-78EE93837974}"/>
              </a:ext>
            </a:extLst>
          </p:cNvPr>
          <p:cNvSpPr>
            <a:spLocks noGrp="1" noRot="1" noChangeAspect="1"/>
          </p:cNvSpPr>
          <p:nvPr>
            <p:ph type="sldImg"/>
          </p:nvPr>
        </p:nvSpPr>
        <p:spPr>
          <a:xfrm>
            <a:off x="381000" y="685800"/>
            <a:ext cx="6096000" cy="3429000"/>
          </a:xfrm>
        </p:spPr>
      </p:sp>
      <p:sp>
        <p:nvSpPr>
          <p:cNvPr id="3" name="슬라이드 노트 개체 틀 2">
            <a:extLst>
              <a:ext uri="{FF2B5EF4-FFF2-40B4-BE49-F238E27FC236}">
                <a16:creationId xmlns:a16="http://schemas.microsoft.com/office/drawing/2014/main" id="{E544DC22-367D-F13F-9DC2-F9A4AFF037C9}"/>
              </a:ext>
            </a:extLst>
          </p:cNvPr>
          <p:cNvSpPr>
            <a:spLocks noGrp="1"/>
          </p:cNvSpPr>
          <p:nvPr>
            <p:ph type="body" idx="1"/>
          </p:nvPr>
        </p:nvSpPr>
        <p:spPr/>
        <p:txBody>
          <a:bodyPr/>
          <a:lstStyle/>
          <a:p>
            <a:r>
              <a:t>That is everything from me. Thank you.</a:t>
            </a:r>
          </a:p>
        </p:txBody>
      </p:sp>
    </p:spTree>
    <p:extLst>
      <p:ext uri="{BB962C8B-B14F-4D97-AF65-F5344CB8AC3E}">
        <p14:creationId xmlns:p14="http://schemas.microsoft.com/office/powerpoint/2010/main" val="281962729"/>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1.png"/></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png"/></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cSld name="제목">
    <p:spTree>
      <p:nvGrpSpPr>
        <p:cNvPr id="1" name=""/>
        <p:cNvGrpSpPr/>
        <p:nvPr/>
      </p:nvGrpSpPr>
      <p:grpSpPr>
        <a:xfrm>
          <a:off x="0" y="0"/>
          <a:ext cx="0" cy="0"/>
          <a:chOff x="0" y="0"/>
          <a:chExt cx="0" cy="0"/>
        </a:xfrm>
      </p:grpSpPr>
      <p:sp>
        <p:nvSpPr>
          <p:cNvPr id="11" name="저자 및 날짜"/>
          <p:cNvSpPr txBox="1">
            <a:spLocks noGrp="1"/>
          </p:cNvSpPr>
          <p:nvPr>
            <p:ph type="body" sz="quarter" idx="21" hasCustomPrompt="1"/>
          </p:nvPr>
        </p:nvSpPr>
        <p:spPr>
          <a:xfrm>
            <a:off x="1219200" y="11986162"/>
            <a:ext cx="21945599" cy="605791"/>
          </a:xfrm>
          <a:prstGeom prst="rect">
            <a:avLst/>
          </a:prstGeom>
        </p:spPr>
        <p:txBody>
          <a:bodyPr/>
          <a:lstStyle>
            <a:lvl1pPr marL="0" indent="0" algn="ctr" defTabSz="808990">
              <a:lnSpc>
                <a:spcPct val="100000"/>
              </a:lnSpc>
              <a:spcBef>
                <a:spcPts val="0"/>
              </a:spcBef>
              <a:buSzTx/>
              <a:buNone/>
              <a:defRPr sz="2940" spc="-29"/>
            </a:lvl1pPr>
          </a:lstStyle>
          <a:p>
            <a:r>
              <a:t>저자 및 날짜</a:t>
            </a:r>
          </a:p>
        </p:txBody>
      </p:sp>
      <p:sp>
        <p:nvSpPr>
          <p:cNvPr id="12" name="프레젠테이션 제목"/>
          <p:cNvSpPr txBox="1">
            <a:spLocks noGrp="1"/>
          </p:cNvSpPr>
          <p:nvPr>
            <p:ph type="title" hasCustomPrompt="1"/>
          </p:nvPr>
        </p:nvSpPr>
        <p:spPr>
          <a:xfrm>
            <a:off x="1219200" y="3543300"/>
            <a:ext cx="21945600" cy="4267200"/>
          </a:xfrm>
          <a:prstGeom prst="rect">
            <a:avLst/>
          </a:prstGeom>
        </p:spPr>
        <p:txBody>
          <a:bodyPr anchor="b"/>
          <a:lstStyle>
            <a:lvl1pPr>
              <a:defRPr sz="9000" b="1" spc="-90">
                <a:latin typeface="AvenirNext-DemiBold"/>
                <a:ea typeface="AvenirNext-DemiBold"/>
                <a:cs typeface="AvenirNext-DemiBold"/>
                <a:sym typeface="AvenirNext-DemiBold"/>
              </a:defRPr>
            </a:lvl1pPr>
          </a:lstStyle>
          <a:p>
            <a:r>
              <a:t>프레젠테이션 제목</a:t>
            </a:r>
          </a:p>
        </p:txBody>
      </p:sp>
      <p:sp>
        <p:nvSpPr>
          <p:cNvPr id="13" name="Body Level One…"/>
          <p:cNvSpPr txBox="1">
            <a:spLocks noGrp="1"/>
          </p:cNvSpPr>
          <p:nvPr>
            <p:ph type="body" sz="quarter" idx="1" hasCustomPrompt="1"/>
          </p:nvPr>
        </p:nvSpPr>
        <p:spPr>
          <a:xfrm>
            <a:off x="1219200" y="7567579"/>
            <a:ext cx="21945600" cy="2250593"/>
          </a:xfrm>
          <a:prstGeom prst="rect">
            <a:avLst/>
          </a:prstGeom>
        </p:spPr>
        <p:txBody>
          <a:bodyPr/>
          <a:lstStyle>
            <a:lvl1pPr marL="0" indent="0" algn="ctr" defTabSz="825500">
              <a:lnSpc>
                <a:spcPct val="100000"/>
              </a:lnSpc>
              <a:spcBef>
                <a:spcPts val="0"/>
              </a:spcBef>
              <a:buSzTx/>
              <a:buNone/>
              <a:defRPr sz="6000" b="1" spc="-59">
                <a:latin typeface="AvenirNext-DemiBold"/>
                <a:ea typeface="AvenirNext-DemiBold"/>
                <a:cs typeface="AvenirNext-DemiBold"/>
                <a:sym typeface="AvenirNext-DemiBold"/>
              </a:defRPr>
            </a:lvl1pPr>
            <a:lvl2pPr marL="0" indent="457200" algn="ctr" defTabSz="825500">
              <a:lnSpc>
                <a:spcPct val="100000"/>
              </a:lnSpc>
              <a:spcBef>
                <a:spcPts val="0"/>
              </a:spcBef>
              <a:buSzTx/>
              <a:buNone/>
              <a:defRPr sz="6000" b="1" spc="-59">
                <a:latin typeface="AvenirNext-DemiBold"/>
                <a:ea typeface="AvenirNext-DemiBold"/>
                <a:cs typeface="AvenirNext-DemiBold"/>
                <a:sym typeface="AvenirNext-DemiBold"/>
              </a:defRPr>
            </a:lvl2pPr>
            <a:lvl3pPr marL="0" indent="914400" algn="ctr" defTabSz="825500">
              <a:lnSpc>
                <a:spcPct val="100000"/>
              </a:lnSpc>
              <a:spcBef>
                <a:spcPts val="0"/>
              </a:spcBef>
              <a:buSzTx/>
              <a:buNone/>
              <a:defRPr sz="6000" b="1" spc="-59">
                <a:latin typeface="AvenirNext-DemiBold"/>
                <a:ea typeface="AvenirNext-DemiBold"/>
                <a:cs typeface="AvenirNext-DemiBold"/>
                <a:sym typeface="AvenirNext-DemiBold"/>
              </a:defRPr>
            </a:lvl3pPr>
            <a:lvl4pPr marL="0" indent="1371600" algn="ctr" defTabSz="825500">
              <a:lnSpc>
                <a:spcPct val="100000"/>
              </a:lnSpc>
              <a:spcBef>
                <a:spcPts val="0"/>
              </a:spcBef>
              <a:buSzTx/>
              <a:buNone/>
              <a:defRPr sz="6000" b="1" spc="-59">
                <a:latin typeface="AvenirNext-DemiBold"/>
                <a:ea typeface="AvenirNext-DemiBold"/>
                <a:cs typeface="AvenirNext-DemiBold"/>
                <a:sym typeface="AvenirNext-DemiBold"/>
              </a:defRPr>
            </a:lvl4pPr>
            <a:lvl5pPr marL="0" indent="1828800" algn="ctr" defTabSz="825500">
              <a:lnSpc>
                <a:spcPct val="100000"/>
              </a:lnSpc>
              <a:spcBef>
                <a:spcPts val="0"/>
              </a:spcBef>
              <a:buSzTx/>
              <a:buNone/>
              <a:defRPr sz="6000" b="1" spc="-59">
                <a:latin typeface="AvenirNext-DemiBold"/>
                <a:ea typeface="AvenirNext-DemiBold"/>
                <a:cs typeface="AvenirNext-DemiBold"/>
                <a:sym typeface="AvenirNext-DemiBold"/>
              </a:defRPr>
            </a:lvl5pPr>
          </a:lstStyle>
          <a:p>
            <a:r>
              <a:t>프레젠테이션 부제</a:t>
            </a:r>
          </a:p>
          <a:p>
            <a:pPr lvl="1"/>
            <a:endParaRPr/>
          </a:p>
          <a:p>
            <a:pPr lvl="2"/>
            <a:endParaRPr/>
          </a:p>
          <a:p>
            <a:pPr lvl="3"/>
            <a:endParaRPr/>
          </a:p>
          <a:p>
            <a:pPr lvl="4"/>
            <a:endParaRPr/>
          </a:p>
        </p:txBody>
      </p:sp>
      <p:sp>
        <p:nvSpPr>
          <p:cNvPr id="14" name="Slide Number"/>
          <p:cNvSpPr txBox="1">
            <a:spLocks noGrp="1"/>
          </p:cNvSpPr>
          <p:nvPr>
            <p:ph type="sldNum" sz="quarter" idx="2"/>
          </p:nvPr>
        </p:nvSpPr>
        <p:spPr>
          <a:xfrm>
            <a:off x="11880849" y="12418060"/>
            <a:ext cx="629921" cy="711201"/>
          </a:xfrm>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2.xml><?xml version="1.0" encoding="utf-8"?>
<p:sldLayout xmlns:a="http://schemas.openxmlformats.org/drawingml/2006/main" xmlns:r="http://schemas.openxmlformats.org/officeDocument/2006/relationships" xmlns:p="http://schemas.openxmlformats.org/presentationml/2006/main" type="tx">
  <p:cSld name="제목 및 구분점">
    <p:spTree>
      <p:nvGrpSpPr>
        <p:cNvPr id="1" name=""/>
        <p:cNvGrpSpPr/>
        <p:nvPr/>
      </p:nvGrpSpPr>
      <p:grpSpPr>
        <a:xfrm>
          <a:off x="0" y="0"/>
          <a:ext cx="0" cy="0"/>
          <a:chOff x="0" y="0"/>
          <a:chExt cx="0" cy="0"/>
        </a:xfrm>
      </p:grpSpPr>
      <p:sp>
        <p:nvSpPr>
          <p:cNvPr id="42" name="슬라이드 제목"/>
          <p:cNvSpPr txBox="1">
            <a:spLocks noGrp="1"/>
          </p:cNvSpPr>
          <p:nvPr>
            <p:ph type="title" hasCustomPrompt="1"/>
          </p:nvPr>
        </p:nvSpPr>
        <p:spPr>
          <a:prstGeom prst="rect">
            <a:avLst/>
          </a:prstGeom>
        </p:spPr>
        <p:txBody>
          <a:bodyPr/>
          <a:lstStyle/>
          <a:p>
            <a:r>
              <a:t>슬라이드 제목</a:t>
            </a:r>
          </a:p>
        </p:txBody>
      </p:sp>
      <p:sp>
        <p:nvSpPr>
          <p:cNvPr id="43" name="Body Level One…"/>
          <p:cNvSpPr txBox="1">
            <a:spLocks noGrp="1"/>
          </p:cNvSpPr>
          <p:nvPr>
            <p:ph type="body" idx="1" hasCustomPrompt="1"/>
          </p:nvPr>
        </p:nvSpPr>
        <p:spPr>
          <a:prstGeom prst="rect">
            <a:avLst/>
          </a:prstGeom>
        </p:spPr>
        <p:txBody>
          <a:bodyPr/>
          <a:lstStyle/>
          <a:p>
            <a:r>
              <a:t>슬라이드 구분점 텍스트</a:t>
            </a:r>
          </a:p>
          <a:p>
            <a:pPr lvl="1"/>
            <a:endParaRPr/>
          </a:p>
          <a:p>
            <a:pPr lvl="2"/>
            <a:endParaRPr/>
          </a:p>
          <a:p>
            <a:pPr lvl="3"/>
            <a:endParaRPr/>
          </a:p>
          <a:p>
            <a:pPr lvl="4"/>
            <a:endParaRPr/>
          </a:p>
        </p:txBody>
      </p:sp>
      <p:sp>
        <p:nvSpPr>
          <p:cNvPr id="44" name="슬라이드 부제"/>
          <p:cNvSpPr txBox="1">
            <a:spLocks noGrp="1"/>
          </p:cNvSpPr>
          <p:nvPr>
            <p:ph type="body" sz="quarter" idx="21" hasCustomPrompt="1"/>
          </p:nvPr>
        </p:nvSpPr>
        <p:spPr>
          <a:xfrm>
            <a:off x="1219200" y="2384648"/>
            <a:ext cx="21945602" cy="832613"/>
          </a:xfrm>
          <a:prstGeom prst="rect">
            <a:avLst/>
          </a:prstGeom>
        </p:spPr>
        <p:txBody>
          <a:bodyPr/>
          <a:lstStyle>
            <a:lvl1pPr marL="0" indent="0" algn="ctr" defTabSz="792479">
              <a:lnSpc>
                <a:spcPct val="100000"/>
              </a:lnSpc>
              <a:spcBef>
                <a:spcPts val="0"/>
              </a:spcBef>
              <a:buSzTx/>
              <a:buNone/>
              <a:defRPr sz="4224" b="1" spc="-42">
                <a:latin typeface="AvenirNext-DemiBold"/>
                <a:ea typeface="AvenirNext-DemiBold"/>
                <a:cs typeface="AvenirNext-DemiBold"/>
                <a:sym typeface="AvenirNext-DemiBold"/>
              </a:defRPr>
            </a:lvl1pPr>
          </a:lstStyle>
          <a:p>
            <a:r>
              <a:t>슬라이드 부제</a:t>
            </a:r>
          </a:p>
        </p:txBody>
      </p:sp>
      <p:sp>
        <p:nvSpPr>
          <p:cNvPr id="45"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3.xml><?xml version="1.0" encoding="utf-8"?>
<p:sldLayout xmlns:a="http://schemas.openxmlformats.org/drawingml/2006/main" xmlns:r="http://schemas.openxmlformats.org/officeDocument/2006/relationships" xmlns:p="http://schemas.openxmlformats.org/presentationml/2006/main" type="tx">
  <p:cSld name="제목, 구분점 및 사진">
    <p:spTree>
      <p:nvGrpSpPr>
        <p:cNvPr id="1" name=""/>
        <p:cNvGrpSpPr/>
        <p:nvPr/>
      </p:nvGrpSpPr>
      <p:grpSpPr>
        <a:xfrm>
          <a:off x="0" y="0"/>
          <a:ext cx="0" cy="0"/>
          <a:chOff x="0" y="0"/>
          <a:chExt cx="0" cy="0"/>
        </a:xfrm>
      </p:grpSpPr>
      <p:sp>
        <p:nvSpPr>
          <p:cNvPr id="60" name="슬라이드 제목"/>
          <p:cNvSpPr txBox="1">
            <a:spLocks noGrp="1"/>
          </p:cNvSpPr>
          <p:nvPr>
            <p:ph type="title" hasCustomPrompt="1"/>
          </p:nvPr>
        </p:nvSpPr>
        <p:spPr>
          <a:xfrm>
            <a:off x="1219200" y="774700"/>
            <a:ext cx="9753600" cy="1600200"/>
          </a:xfrm>
          <a:prstGeom prst="rect">
            <a:avLst/>
          </a:prstGeom>
        </p:spPr>
        <p:txBody>
          <a:bodyPr/>
          <a:lstStyle/>
          <a:p>
            <a:r>
              <a:t>슬라이드 제목</a:t>
            </a:r>
          </a:p>
        </p:txBody>
      </p:sp>
      <p:sp>
        <p:nvSpPr>
          <p:cNvPr id="61" name="해 질 무렵의 하늘을 배경으로 둔 바다"/>
          <p:cNvSpPr>
            <a:spLocks noGrp="1"/>
          </p:cNvSpPr>
          <p:nvPr>
            <p:ph type="pic" idx="21"/>
          </p:nvPr>
        </p:nvSpPr>
        <p:spPr>
          <a:xfrm>
            <a:off x="12192644" y="718588"/>
            <a:ext cx="10972801" cy="12329624"/>
          </a:xfrm>
          <a:prstGeom prst="rect">
            <a:avLst/>
          </a:prstGeom>
        </p:spPr>
        <p:txBody>
          <a:bodyPr lIns="91439" tIns="45719" rIns="91439" bIns="45719">
            <a:noAutofit/>
          </a:bodyPr>
          <a:lstStyle/>
          <a:p>
            <a:endParaRPr/>
          </a:p>
        </p:txBody>
      </p:sp>
      <p:sp>
        <p:nvSpPr>
          <p:cNvPr id="62" name="슬라이드 부제"/>
          <p:cNvSpPr txBox="1">
            <a:spLocks noGrp="1"/>
          </p:cNvSpPr>
          <p:nvPr>
            <p:ph type="body" sz="quarter" idx="22" hasCustomPrompt="1"/>
          </p:nvPr>
        </p:nvSpPr>
        <p:spPr>
          <a:xfrm>
            <a:off x="1219200" y="2387600"/>
            <a:ext cx="9757569" cy="832612"/>
          </a:xfrm>
          <a:prstGeom prst="rect">
            <a:avLst/>
          </a:prstGeom>
        </p:spPr>
        <p:txBody>
          <a:bodyPr/>
          <a:lstStyle>
            <a:lvl1pPr marL="0" indent="0" algn="ctr" defTabSz="792479">
              <a:lnSpc>
                <a:spcPct val="100000"/>
              </a:lnSpc>
              <a:spcBef>
                <a:spcPts val="0"/>
              </a:spcBef>
              <a:buSzTx/>
              <a:buNone/>
              <a:defRPr sz="4224" b="1" spc="-42">
                <a:latin typeface="AvenirNext-DemiBold"/>
                <a:ea typeface="AvenirNext-DemiBold"/>
                <a:cs typeface="AvenirNext-DemiBold"/>
                <a:sym typeface="AvenirNext-DemiBold"/>
              </a:defRPr>
            </a:lvl1pPr>
          </a:lstStyle>
          <a:p>
            <a:r>
              <a:t>슬라이드 부제</a:t>
            </a:r>
          </a:p>
        </p:txBody>
      </p:sp>
      <p:sp>
        <p:nvSpPr>
          <p:cNvPr id="63" name="Body Level One…"/>
          <p:cNvSpPr txBox="1">
            <a:spLocks noGrp="1"/>
          </p:cNvSpPr>
          <p:nvPr>
            <p:ph type="body" sz="half" idx="1" hasCustomPrompt="1"/>
          </p:nvPr>
        </p:nvSpPr>
        <p:spPr>
          <a:xfrm>
            <a:off x="1219200" y="4023221"/>
            <a:ext cx="9757569" cy="8384679"/>
          </a:xfrm>
          <a:prstGeom prst="rect">
            <a:avLst/>
          </a:prstGeom>
        </p:spPr>
        <p:txBody>
          <a:bodyPr/>
          <a:lstStyle/>
          <a:p>
            <a:r>
              <a:t>슬라이드 구분점 텍스트</a:t>
            </a:r>
          </a:p>
          <a:p>
            <a:pPr lvl="1"/>
            <a:endParaRPr/>
          </a:p>
          <a:p>
            <a:pPr lvl="2"/>
            <a:endParaRPr/>
          </a:p>
          <a:p>
            <a:pPr lvl="3"/>
            <a:endParaRPr/>
          </a:p>
          <a:p>
            <a:pPr lvl="4"/>
            <a:endParaRPr/>
          </a:p>
        </p:txBody>
      </p:sp>
      <p:sp>
        <p:nvSpPr>
          <p:cNvPr id="64" name="Slide Number"/>
          <p:cNvSpPr txBox="1">
            <a:spLocks noGrp="1"/>
          </p:cNvSpPr>
          <p:nvPr>
            <p:ph type="sldNum" sz="quarter" idx="2"/>
          </p:nvPr>
        </p:nvSpPr>
        <p:spPr>
          <a:xfrm>
            <a:off x="11883390" y="12418060"/>
            <a:ext cx="629921" cy="711201"/>
          </a:xfrm>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4.xml><?xml version="1.0" encoding="utf-8"?>
<p:sldLayout xmlns:a="http://schemas.openxmlformats.org/drawingml/2006/main" xmlns:r="http://schemas.openxmlformats.org/officeDocument/2006/relationships" xmlns:p="http://schemas.openxmlformats.org/presentationml/2006/main" type="tx">
  <p:cSld name="제목, 구분점 및 작은 라이브 비디오">
    <p:spTree>
      <p:nvGrpSpPr>
        <p:cNvPr id="1" name=""/>
        <p:cNvGrpSpPr/>
        <p:nvPr/>
      </p:nvGrpSpPr>
      <p:grpSpPr>
        <a:xfrm>
          <a:off x="0" y="0"/>
          <a:ext cx="0" cy="0"/>
          <a:chOff x="0" y="0"/>
          <a:chExt cx="0" cy="0"/>
        </a:xfrm>
      </p:grpSpPr>
      <p:sp>
        <p:nvSpPr>
          <p:cNvPr id="71" name="슬라이드 제목"/>
          <p:cNvSpPr txBox="1">
            <a:spLocks noGrp="1"/>
          </p:cNvSpPr>
          <p:nvPr>
            <p:ph type="title" hasCustomPrompt="1"/>
          </p:nvPr>
        </p:nvSpPr>
        <p:spPr>
          <a:xfrm>
            <a:off x="1219200" y="774700"/>
            <a:ext cx="9753600" cy="1600200"/>
          </a:xfrm>
          <a:prstGeom prst="rect">
            <a:avLst/>
          </a:prstGeom>
        </p:spPr>
        <p:txBody>
          <a:bodyPr/>
          <a:lstStyle/>
          <a:p>
            <a:r>
              <a:t>슬라이드 제목</a:t>
            </a:r>
          </a:p>
        </p:txBody>
      </p:sp>
      <p:sp>
        <p:nvSpPr>
          <p:cNvPr id="72" name="슬라이드 부제"/>
          <p:cNvSpPr txBox="1">
            <a:spLocks noGrp="1"/>
          </p:cNvSpPr>
          <p:nvPr>
            <p:ph type="body" sz="quarter" idx="21" hasCustomPrompt="1"/>
          </p:nvPr>
        </p:nvSpPr>
        <p:spPr>
          <a:xfrm>
            <a:off x="1219200" y="2387600"/>
            <a:ext cx="9757569" cy="832612"/>
          </a:xfrm>
          <a:prstGeom prst="rect">
            <a:avLst/>
          </a:prstGeom>
        </p:spPr>
        <p:txBody>
          <a:bodyPr/>
          <a:lstStyle>
            <a:lvl1pPr marL="0" indent="0" algn="ctr" defTabSz="792479">
              <a:lnSpc>
                <a:spcPct val="100000"/>
              </a:lnSpc>
              <a:spcBef>
                <a:spcPts val="0"/>
              </a:spcBef>
              <a:buSzTx/>
              <a:buNone/>
              <a:defRPr sz="4224" b="1" spc="-42">
                <a:latin typeface="AvenirNext-DemiBold"/>
                <a:ea typeface="AvenirNext-DemiBold"/>
                <a:cs typeface="AvenirNext-DemiBold"/>
                <a:sym typeface="AvenirNext-DemiBold"/>
              </a:defRPr>
            </a:lvl1pPr>
          </a:lstStyle>
          <a:p>
            <a:r>
              <a:t>슬라이드 부제</a:t>
            </a:r>
          </a:p>
        </p:txBody>
      </p:sp>
      <p:sp>
        <p:nvSpPr>
          <p:cNvPr id="73" name="Body Level One…"/>
          <p:cNvSpPr txBox="1">
            <a:spLocks noGrp="1"/>
          </p:cNvSpPr>
          <p:nvPr>
            <p:ph type="body" sz="half" idx="1" hasCustomPrompt="1"/>
          </p:nvPr>
        </p:nvSpPr>
        <p:spPr>
          <a:xfrm>
            <a:off x="1219200" y="4023221"/>
            <a:ext cx="9757569" cy="8384679"/>
          </a:xfrm>
          <a:prstGeom prst="rect">
            <a:avLst/>
          </a:prstGeom>
        </p:spPr>
        <p:txBody>
          <a:bodyPr/>
          <a:lstStyle/>
          <a:p>
            <a:r>
              <a:t>슬라이드 구분점 텍스트</a:t>
            </a:r>
          </a:p>
          <a:p>
            <a:pPr lvl="1"/>
            <a:endParaRPr/>
          </a:p>
          <a:p>
            <a:pPr lvl="2"/>
            <a:endParaRPr/>
          </a:p>
          <a:p>
            <a:pPr lvl="3"/>
            <a:endParaRPr/>
          </a:p>
          <a:p>
            <a:pPr lvl="4"/>
            <a:endParaRPr/>
          </a:p>
        </p:txBody>
      </p:sp>
      <p:sp>
        <p:nvSpPr>
          <p:cNvPr id="74" name="Slide Number"/>
          <p:cNvSpPr txBox="1">
            <a:spLocks noGrp="1"/>
          </p:cNvSpPr>
          <p:nvPr>
            <p:ph type="sldNum" sz="quarter" idx="2"/>
          </p:nvPr>
        </p:nvSpPr>
        <p:spPr>
          <a:xfrm>
            <a:off x="11883390" y="12418060"/>
            <a:ext cx="629921" cy="711201"/>
          </a:xfrm>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5.xml><?xml version="1.0" encoding="utf-8"?>
<p:sldLayout xmlns:a="http://schemas.openxmlformats.org/drawingml/2006/main" xmlns:r="http://schemas.openxmlformats.org/officeDocument/2006/relationships" xmlns:p="http://schemas.openxmlformats.org/presentationml/2006/main" type="tx">
  <p:cSld name="제목, 구분점 및 큰 라이브 비디오">
    <p:spTree>
      <p:nvGrpSpPr>
        <p:cNvPr id="1" name=""/>
        <p:cNvGrpSpPr/>
        <p:nvPr/>
      </p:nvGrpSpPr>
      <p:grpSpPr>
        <a:xfrm>
          <a:off x="0" y="0"/>
          <a:ext cx="0" cy="0"/>
          <a:chOff x="0" y="0"/>
          <a:chExt cx="0" cy="0"/>
        </a:xfrm>
      </p:grpSpPr>
      <p:sp>
        <p:nvSpPr>
          <p:cNvPr id="81" name="슬라이드 제목"/>
          <p:cNvSpPr txBox="1">
            <a:spLocks noGrp="1"/>
          </p:cNvSpPr>
          <p:nvPr>
            <p:ph type="title" hasCustomPrompt="1"/>
          </p:nvPr>
        </p:nvSpPr>
        <p:spPr>
          <a:xfrm>
            <a:off x="1219200" y="774700"/>
            <a:ext cx="9753600" cy="1600200"/>
          </a:xfrm>
          <a:prstGeom prst="rect">
            <a:avLst/>
          </a:prstGeom>
        </p:spPr>
        <p:txBody>
          <a:bodyPr/>
          <a:lstStyle/>
          <a:p>
            <a:r>
              <a:t>슬라이드 제목</a:t>
            </a:r>
          </a:p>
        </p:txBody>
      </p:sp>
      <p:sp>
        <p:nvSpPr>
          <p:cNvPr id="82" name="슬라이드 부제"/>
          <p:cNvSpPr txBox="1">
            <a:spLocks noGrp="1"/>
          </p:cNvSpPr>
          <p:nvPr>
            <p:ph type="body" sz="quarter" idx="21" hasCustomPrompt="1"/>
          </p:nvPr>
        </p:nvSpPr>
        <p:spPr>
          <a:xfrm>
            <a:off x="1219200" y="2387600"/>
            <a:ext cx="9757569" cy="832612"/>
          </a:xfrm>
          <a:prstGeom prst="rect">
            <a:avLst/>
          </a:prstGeom>
        </p:spPr>
        <p:txBody>
          <a:bodyPr/>
          <a:lstStyle>
            <a:lvl1pPr marL="0" indent="0" algn="ctr" defTabSz="792479">
              <a:lnSpc>
                <a:spcPct val="100000"/>
              </a:lnSpc>
              <a:spcBef>
                <a:spcPts val="0"/>
              </a:spcBef>
              <a:buSzTx/>
              <a:buNone/>
              <a:defRPr sz="4224" b="1" spc="-42">
                <a:latin typeface="AvenirNext-DemiBold"/>
                <a:ea typeface="AvenirNext-DemiBold"/>
                <a:cs typeface="AvenirNext-DemiBold"/>
                <a:sym typeface="AvenirNext-DemiBold"/>
              </a:defRPr>
            </a:lvl1pPr>
          </a:lstStyle>
          <a:p>
            <a:r>
              <a:t>슬라이드 부제</a:t>
            </a:r>
          </a:p>
        </p:txBody>
      </p:sp>
      <p:sp>
        <p:nvSpPr>
          <p:cNvPr id="83" name="Body Level One…"/>
          <p:cNvSpPr txBox="1">
            <a:spLocks noGrp="1"/>
          </p:cNvSpPr>
          <p:nvPr>
            <p:ph type="body" sz="half" idx="1" hasCustomPrompt="1"/>
          </p:nvPr>
        </p:nvSpPr>
        <p:spPr>
          <a:xfrm>
            <a:off x="1219200" y="4023221"/>
            <a:ext cx="9757569" cy="8384679"/>
          </a:xfrm>
          <a:prstGeom prst="rect">
            <a:avLst/>
          </a:prstGeom>
        </p:spPr>
        <p:txBody>
          <a:bodyPr/>
          <a:lstStyle/>
          <a:p>
            <a:r>
              <a:t>슬라이드 구분점 텍스트</a:t>
            </a:r>
          </a:p>
          <a:p>
            <a:pPr lvl="1"/>
            <a:endParaRPr/>
          </a:p>
          <a:p>
            <a:pPr lvl="2"/>
            <a:endParaRPr/>
          </a:p>
          <a:p>
            <a:pPr lvl="3"/>
            <a:endParaRPr/>
          </a:p>
          <a:p>
            <a:pPr lvl="4"/>
            <a:endParaRPr/>
          </a:p>
        </p:txBody>
      </p:sp>
      <p:sp>
        <p:nvSpPr>
          <p:cNvPr id="84" name="Slide Number"/>
          <p:cNvSpPr txBox="1">
            <a:spLocks noGrp="1"/>
          </p:cNvSpPr>
          <p:nvPr>
            <p:ph type="sldNum" sz="quarter" idx="2"/>
          </p:nvPr>
        </p:nvSpPr>
        <p:spPr>
          <a:xfrm>
            <a:off x="11883390" y="12418060"/>
            <a:ext cx="629921" cy="711201"/>
          </a:xfrm>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6.xml><?xml version="1.0" encoding="utf-8"?>
<p:sldLayout xmlns:a="http://schemas.openxmlformats.org/drawingml/2006/main" xmlns:r="http://schemas.openxmlformats.org/officeDocument/2006/relationships" xmlns:p="http://schemas.openxmlformats.org/presentationml/2006/main" type="tx">
  <p:cSld name="섹션">
    <p:spTree>
      <p:nvGrpSpPr>
        <p:cNvPr id="1" name=""/>
        <p:cNvGrpSpPr/>
        <p:nvPr/>
      </p:nvGrpSpPr>
      <p:grpSpPr>
        <a:xfrm>
          <a:off x="0" y="0"/>
          <a:ext cx="0" cy="0"/>
          <a:chOff x="0" y="0"/>
          <a:chExt cx="0" cy="0"/>
        </a:xfrm>
      </p:grpSpPr>
      <p:sp>
        <p:nvSpPr>
          <p:cNvPr id="91" name="섹션 제목"/>
          <p:cNvSpPr txBox="1">
            <a:spLocks noGrp="1"/>
          </p:cNvSpPr>
          <p:nvPr>
            <p:ph type="title" hasCustomPrompt="1"/>
          </p:nvPr>
        </p:nvSpPr>
        <p:spPr>
          <a:xfrm>
            <a:off x="1219200" y="3242270"/>
            <a:ext cx="21945600" cy="6604001"/>
          </a:xfrm>
          <a:prstGeom prst="rect">
            <a:avLst/>
          </a:prstGeom>
        </p:spPr>
        <p:txBody>
          <a:bodyPr anchor="ctr"/>
          <a:lstStyle>
            <a:lvl1pPr algn="ctr">
              <a:defRPr sz="12800" spc="0">
                <a:latin typeface="Canela Bold"/>
                <a:ea typeface="Canela Bold"/>
                <a:cs typeface="Canela Bold"/>
                <a:sym typeface="Canela Bold"/>
              </a:defRPr>
            </a:lvl1pPr>
          </a:lstStyle>
          <a:p>
            <a:r>
              <a:t>섹션 제목</a:t>
            </a:r>
          </a:p>
        </p:txBody>
      </p:sp>
      <p:sp>
        <p:nvSpPr>
          <p:cNvPr id="92" name="Slide Number"/>
          <p:cNvSpPr txBox="1">
            <a:spLocks noGrp="1"/>
          </p:cNvSpPr>
          <p:nvPr>
            <p:ph type="sldNum" sz="quarter" idx="2"/>
          </p:nvPr>
        </p:nvSpPr>
        <p:spPr>
          <a:xfrm>
            <a:off x="11880849" y="12418060"/>
            <a:ext cx="629921" cy="711201"/>
          </a:xfrm>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7.xml><?xml version="1.0" encoding="utf-8"?>
<p:sldLayout xmlns:a="http://schemas.openxmlformats.org/drawingml/2006/main" xmlns:r="http://schemas.openxmlformats.org/officeDocument/2006/relationships" xmlns:p="http://schemas.openxmlformats.org/presentationml/2006/main" type="tx">
  <p:cSld name="제목 전용">
    <p:spTree>
      <p:nvGrpSpPr>
        <p:cNvPr id="1" name=""/>
        <p:cNvGrpSpPr/>
        <p:nvPr/>
      </p:nvGrpSpPr>
      <p:grpSpPr>
        <a:xfrm>
          <a:off x="0" y="0"/>
          <a:ext cx="0" cy="0"/>
          <a:chOff x="0" y="0"/>
          <a:chExt cx="0" cy="0"/>
        </a:xfrm>
      </p:grpSpPr>
      <p:sp>
        <p:nvSpPr>
          <p:cNvPr id="99" name="슬라이드 제목"/>
          <p:cNvSpPr txBox="1">
            <a:spLocks noGrp="1"/>
          </p:cNvSpPr>
          <p:nvPr>
            <p:ph type="title" hasCustomPrompt="1"/>
          </p:nvPr>
        </p:nvSpPr>
        <p:spPr>
          <a:prstGeom prst="rect">
            <a:avLst/>
          </a:prstGeom>
        </p:spPr>
        <p:txBody>
          <a:bodyPr/>
          <a:lstStyle/>
          <a:p>
            <a:r>
              <a:t>슬라이드 제목</a:t>
            </a:r>
          </a:p>
        </p:txBody>
      </p:sp>
      <p:sp>
        <p:nvSpPr>
          <p:cNvPr id="100" name="슬라이드 부제"/>
          <p:cNvSpPr txBox="1">
            <a:spLocks noGrp="1"/>
          </p:cNvSpPr>
          <p:nvPr>
            <p:ph type="body" sz="quarter" idx="21" hasCustomPrompt="1"/>
          </p:nvPr>
        </p:nvSpPr>
        <p:spPr>
          <a:xfrm>
            <a:off x="1219200" y="2384648"/>
            <a:ext cx="21945602" cy="832613"/>
          </a:xfrm>
          <a:prstGeom prst="rect">
            <a:avLst/>
          </a:prstGeom>
        </p:spPr>
        <p:txBody>
          <a:bodyPr/>
          <a:lstStyle>
            <a:lvl1pPr marL="0" indent="0" algn="ctr" defTabSz="792479">
              <a:lnSpc>
                <a:spcPct val="100000"/>
              </a:lnSpc>
              <a:spcBef>
                <a:spcPts val="0"/>
              </a:spcBef>
              <a:buSzTx/>
              <a:buNone/>
              <a:defRPr sz="4224" b="1" spc="-42">
                <a:latin typeface="AvenirNext-DemiBold"/>
                <a:ea typeface="AvenirNext-DemiBold"/>
                <a:cs typeface="AvenirNext-DemiBold"/>
                <a:sym typeface="AvenirNext-DemiBold"/>
              </a:defRPr>
            </a:lvl1pPr>
          </a:lstStyle>
          <a:p>
            <a:r>
              <a:t>슬라이드 부제</a:t>
            </a:r>
          </a:p>
        </p:txBody>
      </p:sp>
      <p:sp>
        <p:nvSpPr>
          <p:cNvPr id="101" name="Slide Number"/>
          <p:cNvSpPr txBox="1">
            <a:spLocks noGrp="1"/>
          </p:cNvSpPr>
          <p:nvPr>
            <p:ph type="sldNum" sz="quarter" idx="2"/>
          </p:nvPr>
        </p:nvSpPr>
        <p:spPr>
          <a:xfrm>
            <a:off x="11880849" y="12418060"/>
            <a:ext cx="629921" cy="711201"/>
          </a:xfrm>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8.xml><?xml version="1.0" encoding="utf-8"?>
<p:sldLayout xmlns:a="http://schemas.openxmlformats.org/drawingml/2006/main" xmlns:r="http://schemas.openxmlformats.org/officeDocument/2006/relationships" xmlns:p="http://schemas.openxmlformats.org/presentationml/2006/main" type="tx">
  <p:cSld name="의제">
    <p:spTree>
      <p:nvGrpSpPr>
        <p:cNvPr id="1" name=""/>
        <p:cNvGrpSpPr/>
        <p:nvPr/>
      </p:nvGrpSpPr>
      <p:grpSpPr>
        <a:xfrm>
          <a:off x="0" y="0"/>
          <a:ext cx="0" cy="0"/>
          <a:chOff x="0" y="0"/>
          <a:chExt cx="0" cy="0"/>
        </a:xfrm>
      </p:grpSpPr>
      <p:sp>
        <p:nvSpPr>
          <p:cNvPr id="108" name="의제 제목"/>
          <p:cNvSpPr txBox="1">
            <a:spLocks noGrp="1"/>
          </p:cNvSpPr>
          <p:nvPr>
            <p:ph type="title" hasCustomPrompt="1"/>
          </p:nvPr>
        </p:nvSpPr>
        <p:spPr>
          <a:prstGeom prst="rect">
            <a:avLst/>
          </a:prstGeom>
        </p:spPr>
        <p:txBody>
          <a:bodyPr/>
          <a:lstStyle/>
          <a:p>
            <a:r>
              <a:t>의제 제목</a:t>
            </a:r>
          </a:p>
        </p:txBody>
      </p:sp>
      <p:sp>
        <p:nvSpPr>
          <p:cNvPr id="109" name="Body Level One…"/>
          <p:cNvSpPr txBox="1">
            <a:spLocks noGrp="1"/>
          </p:cNvSpPr>
          <p:nvPr>
            <p:ph type="body" idx="1" hasCustomPrompt="1"/>
          </p:nvPr>
        </p:nvSpPr>
        <p:spPr>
          <a:xfrm>
            <a:off x="1219200" y="4013200"/>
            <a:ext cx="21945600" cy="8385548"/>
          </a:xfrm>
          <a:prstGeom prst="rect">
            <a:avLst/>
          </a:prstGeom>
        </p:spPr>
        <p:txBody>
          <a:bodyPr/>
          <a:lstStyle>
            <a:lvl1pPr marL="0" indent="0" defTabSz="825500">
              <a:lnSpc>
                <a:spcPct val="100000"/>
              </a:lnSpc>
              <a:buSzTx/>
              <a:buNone/>
              <a:defRPr sz="6800" spc="-136">
                <a:latin typeface="Canela Deck Regular"/>
                <a:ea typeface="Canela Deck Regular"/>
                <a:cs typeface="Canela Deck Regular"/>
                <a:sym typeface="Canela Deck Regular"/>
              </a:defRPr>
            </a:lvl1pPr>
            <a:lvl2pPr marL="0" indent="457200" defTabSz="825500">
              <a:lnSpc>
                <a:spcPct val="100000"/>
              </a:lnSpc>
              <a:buSzTx/>
              <a:buNone/>
              <a:defRPr sz="6800" spc="-136">
                <a:latin typeface="Canela Deck Regular"/>
                <a:ea typeface="Canela Deck Regular"/>
                <a:cs typeface="Canela Deck Regular"/>
                <a:sym typeface="Canela Deck Regular"/>
              </a:defRPr>
            </a:lvl2pPr>
            <a:lvl3pPr marL="0" indent="914400" defTabSz="825500">
              <a:lnSpc>
                <a:spcPct val="100000"/>
              </a:lnSpc>
              <a:buSzTx/>
              <a:buNone/>
              <a:defRPr sz="6800" spc="-136">
                <a:latin typeface="Canela Deck Regular"/>
                <a:ea typeface="Canela Deck Regular"/>
                <a:cs typeface="Canela Deck Regular"/>
                <a:sym typeface="Canela Deck Regular"/>
              </a:defRPr>
            </a:lvl3pPr>
            <a:lvl4pPr marL="0" indent="1371600" defTabSz="825500">
              <a:lnSpc>
                <a:spcPct val="100000"/>
              </a:lnSpc>
              <a:buSzTx/>
              <a:buNone/>
              <a:defRPr sz="6800" spc="-136">
                <a:latin typeface="Canela Deck Regular"/>
                <a:ea typeface="Canela Deck Regular"/>
                <a:cs typeface="Canela Deck Regular"/>
                <a:sym typeface="Canela Deck Regular"/>
              </a:defRPr>
            </a:lvl4pPr>
            <a:lvl5pPr marL="0" indent="1828800" defTabSz="825500">
              <a:lnSpc>
                <a:spcPct val="100000"/>
              </a:lnSpc>
              <a:buSzTx/>
              <a:buNone/>
              <a:defRPr sz="6800" spc="-136">
                <a:latin typeface="Canela Deck Regular"/>
                <a:ea typeface="Canela Deck Regular"/>
                <a:cs typeface="Canela Deck Regular"/>
                <a:sym typeface="Canela Deck Regular"/>
              </a:defRPr>
            </a:lvl5pPr>
          </a:lstStyle>
          <a:p>
            <a:r>
              <a:t>의제 주제</a:t>
            </a:r>
          </a:p>
          <a:p>
            <a:pPr lvl="1"/>
            <a:endParaRPr/>
          </a:p>
          <a:p>
            <a:pPr lvl="2"/>
            <a:endParaRPr/>
          </a:p>
          <a:p>
            <a:pPr lvl="3"/>
            <a:endParaRPr/>
          </a:p>
          <a:p>
            <a:pPr lvl="4"/>
            <a:endParaRPr/>
          </a:p>
        </p:txBody>
      </p:sp>
      <p:sp>
        <p:nvSpPr>
          <p:cNvPr id="110" name="의제 부제"/>
          <p:cNvSpPr txBox="1">
            <a:spLocks noGrp="1"/>
          </p:cNvSpPr>
          <p:nvPr>
            <p:ph type="body" sz="quarter" idx="21" hasCustomPrompt="1"/>
          </p:nvPr>
        </p:nvSpPr>
        <p:spPr>
          <a:xfrm>
            <a:off x="1219200" y="2387115"/>
            <a:ext cx="21945602" cy="832613"/>
          </a:xfrm>
          <a:prstGeom prst="rect">
            <a:avLst/>
          </a:prstGeom>
        </p:spPr>
        <p:txBody>
          <a:bodyPr/>
          <a:lstStyle>
            <a:lvl1pPr marL="0" indent="0" algn="ctr" defTabSz="792479">
              <a:lnSpc>
                <a:spcPct val="100000"/>
              </a:lnSpc>
              <a:spcBef>
                <a:spcPts val="0"/>
              </a:spcBef>
              <a:buSzTx/>
              <a:buNone/>
              <a:defRPr sz="4224" b="1" spc="-42">
                <a:latin typeface="AvenirNext-DemiBold"/>
                <a:ea typeface="AvenirNext-DemiBold"/>
                <a:cs typeface="AvenirNext-DemiBold"/>
                <a:sym typeface="AvenirNext-DemiBold"/>
              </a:defRPr>
            </a:lvl1pPr>
          </a:lstStyle>
          <a:p>
            <a:r>
              <a:t>의제 부제</a:t>
            </a:r>
          </a:p>
        </p:txBody>
      </p:sp>
      <p:sp>
        <p:nvSpPr>
          <p:cNvPr id="111" name="Slide Number"/>
          <p:cNvSpPr txBox="1">
            <a:spLocks noGrp="1"/>
          </p:cNvSpPr>
          <p:nvPr>
            <p:ph type="sldNum" sz="quarter" idx="2"/>
          </p:nvPr>
        </p:nvSpPr>
        <p:spPr>
          <a:xfrm>
            <a:off x="11880849" y="12418060"/>
            <a:ext cx="629921" cy="711201"/>
          </a:xfrm>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9.xml><?xml version="1.0" encoding="utf-8"?>
<p:sldLayout xmlns:a="http://schemas.openxmlformats.org/drawingml/2006/main" xmlns:r="http://schemas.openxmlformats.org/officeDocument/2006/relationships" xmlns:p="http://schemas.openxmlformats.org/presentationml/2006/main" type="tx">
  <p:cSld name="내역서">
    <p:spTree>
      <p:nvGrpSpPr>
        <p:cNvPr id="1" name=""/>
        <p:cNvGrpSpPr/>
        <p:nvPr/>
      </p:nvGrpSpPr>
      <p:grpSpPr>
        <a:xfrm>
          <a:off x="0" y="0"/>
          <a:ext cx="0" cy="0"/>
          <a:chOff x="0" y="0"/>
          <a:chExt cx="0" cy="0"/>
        </a:xfrm>
      </p:grpSpPr>
      <p:sp>
        <p:nvSpPr>
          <p:cNvPr id="118" name="Body Level One…"/>
          <p:cNvSpPr txBox="1">
            <a:spLocks noGrp="1"/>
          </p:cNvSpPr>
          <p:nvPr>
            <p:ph type="body" idx="1" hasCustomPrompt="1"/>
          </p:nvPr>
        </p:nvSpPr>
        <p:spPr>
          <a:xfrm>
            <a:off x="1219200" y="3251200"/>
            <a:ext cx="21945600" cy="6604000"/>
          </a:xfrm>
          <a:prstGeom prst="rect">
            <a:avLst/>
          </a:prstGeom>
        </p:spPr>
        <p:txBody>
          <a:bodyPr anchor="ctr"/>
          <a:lstStyle>
            <a:lvl1pPr marL="0" indent="0" algn="ctr" defTabSz="2438400">
              <a:lnSpc>
                <a:spcPct val="80000"/>
              </a:lnSpc>
              <a:spcBef>
                <a:spcPts val="0"/>
              </a:spcBef>
              <a:buSzTx/>
              <a:buNone/>
              <a:defRPr sz="12800">
                <a:latin typeface="Canela Regular"/>
                <a:ea typeface="Canela Regular"/>
                <a:cs typeface="Canela Regular"/>
                <a:sym typeface="Canela Regular"/>
              </a:defRPr>
            </a:lvl1pPr>
            <a:lvl2pPr marL="0" indent="457200" algn="ctr" defTabSz="2438400">
              <a:lnSpc>
                <a:spcPct val="80000"/>
              </a:lnSpc>
              <a:spcBef>
                <a:spcPts val="0"/>
              </a:spcBef>
              <a:buSzTx/>
              <a:buNone/>
              <a:defRPr sz="12800">
                <a:latin typeface="Canela Regular"/>
                <a:ea typeface="Canela Regular"/>
                <a:cs typeface="Canela Regular"/>
                <a:sym typeface="Canela Regular"/>
              </a:defRPr>
            </a:lvl2pPr>
            <a:lvl3pPr marL="0" indent="914400" algn="ctr" defTabSz="2438400">
              <a:lnSpc>
                <a:spcPct val="80000"/>
              </a:lnSpc>
              <a:spcBef>
                <a:spcPts val="0"/>
              </a:spcBef>
              <a:buSzTx/>
              <a:buNone/>
              <a:defRPr sz="12800">
                <a:latin typeface="Canela Regular"/>
                <a:ea typeface="Canela Regular"/>
                <a:cs typeface="Canela Regular"/>
                <a:sym typeface="Canela Regular"/>
              </a:defRPr>
            </a:lvl3pPr>
            <a:lvl4pPr marL="0" indent="1371600" algn="ctr" defTabSz="2438400">
              <a:lnSpc>
                <a:spcPct val="80000"/>
              </a:lnSpc>
              <a:spcBef>
                <a:spcPts val="0"/>
              </a:spcBef>
              <a:buSzTx/>
              <a:buNone/>
              <a:defRPr sz="12800">
                <a:latin typeface="Canela Regular"/>
                <a:ea typeface="Canela Regular"/>
                <a:cs typeface="Canela Regular"/>
                <a:sym typeface="Canela Regular"/>
              </a:defRPr>
            </a:lvl4pPr>
            <a:lvl5pPr marL="0" indent="1828800" algn="ctr" defTabSz="2438400">
              <a:lnSpc>
                <a:spcPct val="80000"/>
              </a:lnSpc>
              <a:spcBef>
                <a:spcPts val="0"/>
              </a:spcBef>
              <a:buSzTx/>
              <a:buNone/>
              <a:defRPr sz="12800">
                <a:latin typeface="Canela Regular"/>
                <a:ea typeface="Canela Regular"/>
                <a:cs typeface="Canela Regular"/>
                <a:sym typeface="Canela Regular"/>
              </a:defRPr>
            </a:lvl5pPr>
          </a:lstStyle>
          <a:p>
            <a:r>
              <a:t>내역서</a:t>
            </a:r>
          </a:p>
          <a:p>
            <a:pPr lvl="1"/>
            <a:endParaRPr/>
          </a:p>
          <a:p>
            <a:pPr lvl="2"/>
            <a:endParaRPr/>
          </a:p>
          <a:p>
            <a:pPr lvl="3"/>
            <a:endParaRPr/>
          </a:p>
          <a:p>
            <a:pPr lvl="4"/>
            <a:endParaRPr/>
          </a:p>
        </p:txBody>
      </p:sp>
      <p:sp>
        <p:nvSpPr>
          <p:cNvPr id="119"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10.xml><?xml version="1.0" encoding="utf-8"?>
<p:sldLayout xmlns:a="http://schemas.openxmlformats.org/drawingml/2006/main" xmlns:r="http://schemas.openxmlformats.org/officeDocument/2006/relationships" xmlns:p="http://schemas.openxmlformats.org/presentationml/2006/main" type="tx">
  <p:cSld name="중요한 사실">
    <p:spTree>
      <p:nvGrpSpPr>
        <p:cNvPr id="1" name=""/>
        <p:cNvGrpSpPr/>
        <p:nvPr/>
      </p:nvGrpSpPr>
      <p:grpSpPr>
        <a:xfrm>
          <a:off x="0" y="0"/>
          <a:ext cx="0" cy="0"/>
          <a:chOff x="0" y="0"/>
          <a:chExt cx="0" cy="0"/>
        </a:xfrm>
      </p:grpSpPr>
      <p:sp>
        <p:nvSpPr>
          <p:cNvPr id="126" name="사실 정보"/>
          <p:cNvSpPr txBox="1">
            <a:spLocks noGrp="1"/>
          </p:cNvSpPr>
          <p:nvPr>
            <p:ph type="body" sz="quarter" idx="21" hasCustomPrompt="1"/>
          </p:nvPr>
        </p:nvSpPr>
        <p:spPr>
          <a:xfrm>
            <a:off x="1219200" y="8462239"/>
            <a:ext cx="21945602" cy="832613"/>
          </a:xfrm>
          <a:prstGeom prst="rect">
            <a:avLst/>
          </a:prstGeom>
        </p:spPr>
        <p:txBody>
          <a:bodyPr/>
          <a:lstStyle>
            <a:lvl1pPr marL="0" indent="0" algn="ctr" defTabSz="792479">
              <a:lnSpc>
                <a:spcPct val="100000"/>
              </a:lnSpc>
              <a:spcBef>
                <a:spcPts val="0"/>
              </a:spcBef>
              <a:buSzTx/>
              <a:buNone/>
              <a:defRPr sz="4224" b="1" spc="-42">
                <a:latin typeface="AvenirNext-DemiBold"/>
                <a:ea typeface="AvenirNext-DemiBold"/>
                <a:cs typeface="AvenirNext-DemiBold"/>
                <a:sym typeface="AvenirNext-DemiBold"/>
              </a:defRPr>
            </a:lvl1pPr>
          </a:lstStyle>
          <a:p>
            <a:r>
              <a:t>사실 정보</a:t>
            </a:r>
          </a:p>
        </p:txBody>
      </p:sp>
      <p:sp>
        <p:nvSpPr>
          <p:cNvPr id="127" name="Body Level One…"/>
          <p:cNvSpPr txBox="1">
            <a:spLocks noGrp="1"/>
          </p:cNvSpPr>
          <p:nvPr>
            <p:ph type="body" sz="half" idx="1" hasCustomPrompt="1"/>
          </p:nvPr>
        </p:nvSpPr>
        <p:spPr>
          <a:xfrm>
            <a:off x="1219200" y="4214484"/>
            <a:ext cx="21945600" cy="4269708"/>
          </a:xfrm>
          <a:prstGeom prst="rect">
            <a:avLst/>
          </a:prstGeom>
        </p:spPr>
        <p:txBody>
          <a:bodyPr anchor="b"/>
          <a:lstStyle>
            <a:lvl1pPr marL="0" indent="0" algn="ctr" defTabSz="2438400">
              <a:lnSpc>
                <a:spcPct val="80000"/>
              </a:lnSpc>
              <a:spcBef>
                <a:spcPts val="0"/>
              </a:spcBef>
              <a:buSzTx/>
              <a:buNone/>
              <a:defRPr sz="22400">
                <a:latin typeface="Canela Bold"/>
                <a:ea typeface="Canela Bold"/>
                <a:cs typeface="Canela Bold"/>
                <a:sym typeface="Canela Bold"/>
              </a:defRPr>
            </a:lvl1pPr>
            <a:lvl2pPr marL="0" indent="457200" algn="ctr" defTabSz="2438400">
              <a:lnSpc>
                <a:spcPct val="80000"/>
              </a:lnSpc>
              <a:spcBef>
                <a:spcPts val="0"/>
              </a:spcBef>
              <a:buSzTx/>
              <a:buNone/>
              <a:defRPr sz="22400">
                <a:latin typeface="Canela Bold"/>
                <a:ea typeface="Canela Bold"/>
                <a:cs typeface="Canela Bold"/>
                <a:sym typeface="Canela Bold"/>
              </a:defRPr>
            </a:lvl2pPr>
            <a:lvl3pPr marL="0" indent="914400" algn="ctr" defTabSz="2438400">
              <a:lnSpc>
                <a:spcPct val="80000"/>
              </a:lnSpc>
              <a:spcBef>
                <a:spcPts val="0"/>
              </a:spcBef>
              <a:buSzTx/>
              <a:buNone/>
              <a:defRPr sz="22400">
                <a:latin typeface="Canela Bold"/>
                <a:ea typeface="Canela Bold"/>
                <a:cs typeface="Canela Bold"/>
                <a:sym typeface="Canela Bold"/>
              </a:defRPr>
            </a:lvl3pPr>
            <a:lvl4pPr marL="0" indent="1371600" algn="ctr" defTabSz="2438400">
              <a:lnSpc>
                <a:spcPct val="80000"/>
              </a:lnSpc>
              <a:spcBef>
                <a:spcPts val="0"/>
              </a:spcBef>
              <a:buSzTx/>
              <a:buNone/>
              <a:defRPr sz="22400">
                <a:latin typeface="Canela Bold"/>
                <a:ea typeface="Canela Bold"/>
                <a:cs typeface="Canela Bold"/>
                <a:sym typeface="Canela Bold"/>
              </a:defRPr>
            </a:lvl4pPr>
            <a:lvl5pPr marL="0" indent="1828800" algn="ctr" defTabSz="2438400">
              <a:lnSpc>
                <a:spcPct val="80000"/>
              </a:lnSpc>
              <a:spcBef>
                <a:spcPts val="0"/>
              </a:spcBef>
              <a:buSzTx/>
              <a:buNone/>
              <a:defRPr sz="22400">
                <a:latin typeface="Canela Bold"/>
                <a:ea typeface="Canela Bold"/>
                <a:cs typeface="Canela Bold"/>
                <a:sym typeface="Canela Bold"/>
              </a:defRPr>
            </a:lvl5pPr>
          </a:lstStyle>
          <a:p>
            <a:r>
              <a:t>100%</a:t>
            </a:r>
          </a:p>
          <a:p>
            <a:pPr lvl="1"/>
            <a:endParaRPr/>
          </a:p>
          <a:p>
            <a:pPr lvl="2"/>
            <a:endParaRPr/>
          </a:p>
          <a:p>
            <a:pPr lvl="3"/>
            <a:endParaRPr/>
          </a:p>
          <a:p>
            <a:pPr lvl="4"/>
            <a:endParaRPr/>
          </a:p>
        </p:txBody>
      </p:sp>
      <p:sp>
        <p:nvSpPr>
          <p:cNvPr id="128" name="Slide Number"/>
          <p:cNvSpPr txBox="1">
            <a:spLocks noGrp="1"/>
          </p:cNvSpPr>
          <p:nvPr>
            <p:ph type="sldNum" sz="quarter" idx="2"/>
          </p:nvPr>
        </p:nvSpPr>
        <p:spPr>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11.xml><?xml version="1.0" encoding="utf-8"?>
<p:sldLayout xmlns:a="http://schemas.openxmlformats.org/drawingml/2006/main" xmlns:r="http://schemas.openxmlformats.org/officeDocument/2006/relationships" xmlns:p="http://schemas.openxmlformats.org/presentationml/2006/main" type="tx">
  <p:cSld name="인용">
    <p:spTree>
      <p:nvGrpSpPr>
        <p:cNvPr id="1" name=""/>
        <p:cNvGrpSpPr/>
        <p:nvPr/>
      </p:nvGrpSpPr>
      <p:grpSpPr>
        <a:xfrm>
          <a:off x="0" y="0"/>
          <a:ext cx="0" cy="0"/>
          <a:chOff x="0" y="0"/>
          <a:chExt cx="0" cy="0"/>
        </a:xfrm>
      </p:grpSpPr>
      <p:sp>
        <p:nvSpPr>
          <p:cNvPr id="135" name="속성"/>
          <p:cNvSpPr txBox="1">
            <a:spLocks noGrp="1"/>
          </p:cNvSpPr>
          <p:nvPr>
            <p:ph type="body" sz="quarter" idx="21" hasCustomPrompt="1"/>
          </p:nvPr>
        </p:nvSpPr>
        <p:spPr>
          <a:xfrm>
            <a:off x="1219200" y="11100053"/>
            <a:ext cx="21945602" cy="832613"/>
          </a:xfrm>
          <a:prstGeom prst="rect">
            <a:avLst/>
          </a:prstGeom>
        </p:spPr>
        <p:txBody>
          <a:bodyPr anchor="ctr"/>
          <a:lstStyle>
            <a:lvl1pPr marL="0" indent="0" algn="ctr" defTabSz="825500">
              <a:lnSpc>
                <a:spcPct val="100000"/>
              </a:lnSpc>
              <a:spcBef>
                <a:spcPts val="0"/>
              </a:spcBef>
              <a:buSzTx/>
              <a:buNone/>
              <a:defRPr b="1" spc="-44">
                <a:latin typeface="AvenirNext-DemiBold"/>
                <a:ea typeface="AvenirNext-DemiBold"/>
                <a:cs typeface="AvenirNext-DemiBold"/>
                <a:sym typeface="AvenirNext-DemiBold"/>
              </a:defRPr>
            </a:lvl1pPr>
          </a:lstStyle>
          <a:p>
            <a:r>
              <a:t>속성</a:t>
            </a:r>
          </a:p>
        </p:txBody>
      </p:sp>
      <p:sp>
        <p:nvSpPr>
          <p:cNvPr id="136" name="Body Level One…"/>
          <p:cNvSpPr txBox="1">
            <a:spLocks noGrp="1"/>
          </p:cNvSpPr>
          <p:nvPr>
            <p:ph type="body" sz="half" idx="1" hasCustomPrompt="1"/>
          </p:nvPr>
        </p:nvSpPr>
        <p:spPr>
          <a:xfrm>
            <a:off x="1219200" y="4178300"/>
            <a:ext cx="21945600" cy="4416425"/>
          </a:xfrm>
          <a:prstGeom prst="rect">
            <a:avLst/>
          </a:prstGeom>
        </p:spPr>
        <p:txBody>
          <a:bodyPr anchor="ctr"/>
          <a:lstStyle>
            <a:lvl1pPr marL="0" indent="0" algn="ctr" defTabSz="2438400">
              <a:lnSpc>
                <a:spcPct val="80000"/>
              </a:lnSpc>
              <a:spcBef>
                <a:spcPts val="0"/>
              </a:spcBef>
              <a:buSzTx/>
              <a:buNone/>
              <a:defRPr sz="8400">
                <a:latin typeface="Canela Bold"/>
                <a:ea typeface="Canela Bold"/>
                <a:cs typeface="Canela Bold"/>
                <a:sym typeface="Canela Bold"/>
              </a:defRPr>
            </a:lvl1pPr>
            <a:lvl2pPr marL="0" indent="457200" algn="ctr" defTabSz="2438400">
              <a:lnSpc>
                <a:spcPct val="80000"/>
              </a:lnSpc>
              <a:spcBef>
                <a:spcPts val="0"/>
              </a:spcBef>
              <a:buSzTx/>
              <a:buNone/>
              <a:defRPr sz="8400">
                <a:latin typeface="Canela Bold"/>
                <a:ea typeface="Canela Bold"/>
                <a:cs typeface="Canela Bold"/>
                <a:sym typeface="Canela Bold"/>
              </a:defRPr>
            </a:lvl2pPr>
            <a:lvl3pPr marL="0" indent="914400" algn="ctr" defTabSz="2438400">
              <a:lnSpc>
                <a:spcPct val="80000"/>
              </a:lnSpc>
              <a:spcBef>
                <a:spcPts val="0"/>
              </a:spcBef>
              <a:buSzTx/>
              <a:buNone/>
              <a:defRPr sz="8400">
                <a:latin typeface="Canela Bold"/>
                <a:ea typeface="Canela Bold"/>
                <a:cs typeface="Canela Bold"/>
                <a:sym typeface="Canela Bold"/>
              </a:defRPr>
            </a:lvl3pPr>
            <a:lvl4pPr marL="0" indent="1371600" algn="ctr" defTabSz="2438400">
              <a:lnSpc>
                <a:spcPct val="80000"/>
              </a:lnSpc>
              <a:spcBef>
                <a:spcPts val="0"/>
              </a:spcBef>
              <a:buSzTx/>
              <a:buNone/>
              <a:defRPr sz="8400">
                <a:latin typeface="Canela Bold"/>
                <a:ea typeface="Canela Bold"/>
                <a:cs typeface="Canela Bold"/>
                <a:sym typeface="Canela Bold"/>
              </a:defRPr>
            </a:lvl4pPr>
            <a:lvl5pPr marL="0" indent="1828800" algn="ctr" defTabSz="2438400">
              <a:lnSpc>
                <a:spcPct val="80000"/>
              </a:lnSpc>
              <a:spcBef>
                <a:spcPts val="0"/>
              </a:spcBef>
              <a:buSzTx/>
              <a:buNone/>
              <a:defRPr sz="8400">
                <a:latin typeface="Canela Bold"/>
                <a:ea typeface="Canela Bold"/>
                <a:cs typeface="Canela Bold"/>
                <a:sym typeface="Canela Bold"/>
              </a:defRPr>
            </a:lvl5pPr>
          </a:lstStyle>
          <a:p>
            <a:r>
              <a:t>“멋진 인용구”</a:t>
            </a:r>
          </a:p>
          <a:p>
            <a:pPr lvl="1"/>
            <a:endParaRPr/>
          </a:p>
          <a:p>
            <a:pPr lvl="2"/>
            <a:endParaRPr/>
          </a:p>
          <a:p>
            <a:pPr lvl="3"/>
            <a:endParaRPr/>
          </a:p>
          <a:p>
            <a:pPr lvl="4"/>
            <a:endParaRPr/>
          </a:p>
        </p:txBody>
      </p:sp>
      <p:sp>
        <p:nvSpPr>
          <p:cNvPr id="137" name="Slide Number"/>
          <p:cNvSpPr txBox="1">
            <a:spLocks noGrp="1"/>
          </p:cNvSpPr>
          <p:nvPr>
            <p:ph type="sldNum" sz="quarter" idx="2"/>
          </p:nvPr>
        </p:nvSpPr>
        <p:spPr>
          <a:xfrm>
            <a:off x="11880849" y="12418060"/>
            <a:ext cx="629921" cy="711201"/>
          </a:xfrm>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12.xml><?xml version="1.0" encoding="utf-8"?>
<p:sldLayout xmlns:a="http://schemas.openxmlformats.org/drawingml/2006/main" xmlns:r="http://schemas.openxmlformats.org/officeDocument/2006/relationships" xmlns:p="http://schemas.openxmlformats.org/presentationml/2006/main" type="tx">
  <p:cSld name="사진 - 3장">
    <p:spTree>
      <p:nvGrpSpPr>
        <p:cNvPr id="1" name=""/>
        <p:cNvGrpSpPr/>
        <p:nvPr/>
      </p:nvGrpSpPr>
      <p:grpSpPr>
        <a:xfrm>
          <a:off x="0" y="0"/>
          <a:ext cx="0" cy="0"/>
          <a:chOff x="0" y="0"/>
          <a:chExt cx="0" cy="0"/>
        </a:xfrm>
      </p:grpSpPr>
      <p:sp>
        <p:nvSpPr>
          <p:cNvPr id="144" name="해 질 무렵의 하늘을 배경으로 둔 바다 2"/>
          <p:cNvSpPr>
            <a:spLocks noGrp="1"/>
          </p:cNvSpPr>
          <p:nvPr>
            <p:ph type="pic" sz="quarter" idx="21"/>
          </p:nvPr>
        </p:nvSpPr>
        <p:spPr>
          <a:xfrm>
            <a:off x="15744825" y="5581752"/>
            <a:ext cx="7365408" cy="8280401"/>
          </a:xfrm>
          <a:prstGeom prst="rect">
            <a:avLst/>
          </a:prstGeom>
        </p:spPr>
        <p:txBody>
          <a:bodyPr lIns="91439" tIns="45719" rIns="91439" bIns="45719">
            <a:noAutofit/>
          </a:bodyPr>
          <a:lstStyle/>
          <a:p>
            <a:endParaRPr/>
          </a:p>
        </p:txBody>
      </p:sp>
      <p:sp>
        <p:nvSpPr>
          <p:cNvPr id="145" name="해 질 무렵의 하늘을 배경으로 둔 바다 1"/>
          <p:cNvSpPr>
            <a:spLocks noGrp="1"/>
          </p:cNvSpPr>
          <p:nvPr>
            <p:ph type="pic" sz="quarter" idx="22"/>
          </p:nvPr>
        </p:nvSpPr>
        <p:spPr>
          <a:xfrm>
            <a:off x="15363825" y="1270000"/>
            <a:ext cx="8115300" cy="5409006"/>
          </a:xfrm>
          <a:prstGeom prst="rect">
            <a:avLst/>
          </a:prstGeom>
        </p:spPr>
        <p:txBody>
          <a:bodyPr lIns="91439" tIns="45719" rIns="91439" bIns="45719">
            <a:noAutofit/>
          </a:bodyPr>
          <a:lstStyle/>
          <a:p>
            <a:endParaRPr/>
          </a:p>
        </p:txBody>
      </p:sp>
      <p:sp>
        <p:nvSpPr>
          <p:cNvPr id="146" name="해 질 무렵의 해변과 바다"/>
          <p:cNvSpPr>
            <a:spLocks noGrp="1"/>
          </p:cNvSpPr>
          <p:nvPr>
            <p:ph type="pic" idx="23"/>
          </p:nvPr>
        </p:nvSpPr>
        <p:spPr>
          <a:xfrm>
            <a:off x="-63500" y="1270000"/>
            <a:ext cx="16764000" cy="11176000"/>
          </a:xfrm>
          <a:prstGeom prst="rect">
            <a:avLst/>
          </a:prstGeom>
        </p:spPr>
        <p:txBody>
          <a:bodyPr lIns="91439" tIns="45719" rIns="91439" bIns="45719">
            <a:noAutofit/>
          </a:bodyPr>
          <a:lstStyle/>
          <a:p>
            <a:endParaRPr/>
          </a:p>
        </p:txBody>
      </p:sp>
      <p:sp>
        <p:nvSpPr>
          <p:cNvPr id="147" name="Slide Number"/>
          <p:cNvSpPr txBox="1">
            <a:spLocks noGrp="1"/>
          </p:cNvSpPr>
          <p:nvPr>
            <p:ph type="sldNum" sz="quarter" idx="2"/>
          </p:nvPr>
        </p:nvSpPr>
        <p:spPr>
          <a:xfrm>
            <a:off x="11880849" y="12418060"/>
            <a:ext cx="629921" cy="711201"/>
          </a:xfrm>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13.xml><?xml version="1.0" encoding="utf-8"?>
<p:sldLayout xmlns:a="http://schemas.openxmlformats.org/drawingml/2006/main" xmlns:r="http://schemas.openxmlformats.org/officeDocument/2006/relationships" xmlns:p="http://schemas.openxmlformats.org/presentationml/2006/main" type="tx">
  <p:cSld name="사진">
    <p:spTree>
      <p:nvGrpSpPr>
        <p:cNvPr id="1" name=""/>
        <p:cNvGrpSpPr/>
        <p:nvPr/>
      </p:nvGrpSpPr>
      <p:grpSpPr>
        <a:xfrm>
          <a:off x="0" y="0"/>
          <a:ext cx="0" cy="0"/>
          <a:chOff x="0" y="0"/>
          <a:chExt cx="0" cy="0"/>
        </a:xfrm>
      </p:grpSpPr>
      <p:sp>
        <p:nvSpPr>
          <p:cNvPr id="154" name="해 질 무렵의 해변과 바다"/>
          <p:cNvSpPr>
            <a:spLocks noGrp="1"/>
          </p:cNvSpPr>
          <p:nvPr>
            <p:ph type="pic" idx="21"/>
          </p:nvPr>
        </p:nvSpPr>
        <p:spPr>
          <a:xfrm>
            <a:off x="1270000" y="-423334"/>
            <a:ext cx="21844000" cy="14562668"/>
          </a:xfrm>
          <a:prstGeom prst="rect">
            <a:avLst/>
          </a:prstGeom>
        </p:spPr>
        <p:txBody>
          <a:bodyPr lIns="91439" tIns="45719" rIns="91439" bIns="45719">
            <a:noAutofit/>
          </a:bodyPr>
          <a:lstStyle/>
          <a:p>
            <a:endParaRPr/>
          </a:p>
        </p:txBody>
      </p:sp>
      <p:sp>
        <p:nvSpPr>
          <p:cNvPr id="155" name="Slide Number"/>
          <p:cNvSpPr txBox="1">
            <a:spLocks noGrp="1"/>
          </p:cNvSpPr>
          <p:nvPr>
            <p:ph type="sldNum" sz="quarter" idx="2"/>
          </p:nvPr>
        </p:nvSpPr>
        <p:spPr>
          <a:xfrm>
            <a:off x="11880849" y="12418060"/>
            <a:ext cx="629921" cy="711201"/>
          </a:xfrm>
          <a:prstGeom prst="rect">
            <a:avLst/>
          </a:prstGeom>
        </p:spPr>
        <p:txBody>
          <a:bodyPr/>
          <a:lstStyle/>
          <a:p>
            <a:fld id="{86CB4B4D-7CA3-9044-876B-883B54F8677D}" type="slidenum">
              <a:t>‹#›</a:t>
            </a:fld>
            <a:endParaRPr/>
          </a:p>
        </p:txBody>
      </p:sp>
    </p:spTree>
  </p:cSld>
  <p:clrMapOvr>
    <a:masterClrMapping/>
  </p:clrMapOvr>
  <p:transition spd="med"/>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1_빈 페이지">
    <p:spTree>
      <p:nvGrpSpPr>
        <p:cNvPr id="1" name=""/>
        <p:cNvGrpSpPr/>
        <p:nvPr/>
      </p:nvGrpSpPr>
      <p:grpSpPr>
        <a:xfrm>
          <a:off x="0" y="0"/>
          <a:ext cx="0" cy="0"/>
          <a:chOff x="0" y="0"/>
          <a:chExt cx="0" cy="0"/>
        </a:xfrm>
      </p:grpSpPr>
      <p:sp>
        <p:nvSpPr>
          <p:cNvPr id="162" name="Rectangle"/>
          <p:cNvSpPr/>
          <p:nvPr/>
        </p:nvSpPr>
        <p:spPr>
          <a:xfrm>
            <a:off x="-5438" y="564834"/>
            <a:ext cx="385436" cy="1702397"/>
          </a:xfrm>
          <a:prstGeom prst="rect">
            <a:avLst/>
          </a:prstGeom>
          <a:gradFill>
            <a:gsLst>
              <a:gs pos="0">
                <a:srgbClr val="5191C8"/>
              </a:gs>
              <a:gs pos="928">
                <a:srgbClr val="6CC1EE"/>
              </a:gs>
              <a:gs pos="100000">
                <a:srgbClr val="26448A"/>
              </a:gs>
            </a:gsLst>
            <a:lin ang="5665584"/>
          </a:gradFill>
          <a:ln w="12700">
            <a:miter lim="400000"/>
          </a:ln>
        </p:spPr>
        <p:txBody>
          <a:bodyPr lIns="50800" tIns="50800" rIns="50800" bIns="50800" anchor="ctr"/>
          <a:lstStyle/>
          <a:p>
            <a:pPr algn="ctr" defTabSz="1130300">
              <a:lnSpc>
                <a:spcPct val="100000"/>
              </a:lnSpc>
              <a:spcBef>
                <a:spcPts val="0"/>
              </a:spcBef>
              <a:defRPr sz="3200">
                <a:solidFill>
                  <a:srgbClr val="63B2E2"/>
                </a:solidFill>
                <a:latin typeface="+mn-lt"/>
                <a:ea typeface="+mn-ea"/>
                <a:cs typeface="+mn-cs"/>
                <a:sym typeface="Avenir Next Regular"/>
              </a:defRPr>
            </a:pPr>
            <a:endParaRPr/>
          </a:p>
        </p:txBody>
      </p:sp>
      <p:sp>
        <p:nvSpPr>
          <p:cNvPr id="163" name="Line"/>
          <p:cNvSpPr/>
          <p:nvPr/>
        </p:nvSpPr>
        <p:spPr>
          <a:xfrm>
            <a:off x="672574" y="12767429"/>
            <a:ext cx="23038852" cy="1"/>
          </a:xfrm>
          <a:prstGeom prst="line">
            <a:avLst/>
          </a:prstGeom>
          <a:ln w="25400">
            <a:solidFill>
              <a:srgbClr val="000000">
                <a:alpha val="65278"/>
              </a:srgbClr>
            </a:solidFill>
            <a:miter lim="400000"/>
          </a:ln>
          <a:effectLst>
            <a:outerShdw blurRad="50800" dist="63500" dir="2700000" rotWithShape="0">
              <a:srgbClr val="000000">
                <a:alpha val="24218"/>
              </a:srgbClr>
            </a:outerShdw>
          </a:effectLst>
        </p:spPr>
        <p:txBody>
          <a:bodyPr lIns="50800" tIns="50800" rIns="50800" bIns="50800" anchor="ctr"/>
          <a:lstStyle/>
          <a:p>
            <a:endParaRPr/>
          </a:p>
        </p:txBody>
      </p:sp>
      <p:pic>
        <p:nvPicPr>
          <p:cNvPr id="164" name="ui_kor_eng.svg" descr="ui_kor_eng.svg"/>
          <p:cNvPicPr>
            <a:picLocks noChangeAspect="1"/>
          </p:cNvPicPr>
          <p:nvPr/>
        </p:nvPicPr>
        <p:blipFill>
          <a:blip r:embed="rId2"/>
          <a:srcRect l="20326" t="44369" r="49479" b="48396"/>
          <a:stretch>
            <a:fillRect/>
          </a:stretch>
        </p:blipFill>
        <p:spPr>
          <a:xfrm>
            <a:off x="540495" y="12877676"/>
            <a:ext cx="2097531" cy="685263"/>
          </a:xfrm>
          <a:prstGeom prst="rect">
            <a:avLst/>
          </a:prstGeom>
          <a:ln w="12700">
            <a:miter lim="400000"/>
          </a:ln>
        </p:spPr>
      </p:pic>
      <p:sp>
        <p:nvSpPr>
          <p:cNvPr id="165" name="Slide Number"/>
          <p:cNvSpPr txBox="1">
            <a:spLocks noGrp="1"/>
          </p:cNvSpPr>
          <p:nvPr>
            <p:ph type="sldNum" sz="quarter" idx="2"/>
          </p:nvPr>
        </p:nvSpPr>
        <p:spPr>
          <a:xfrm>
            <a:off x="11880849" y="12418060"/>
            <a:ext cx="629921" cy="711201"/>
          </a:xfrm>
          <a:prstGeom prst="rect">
            <a:avLst/>
          </a:prstGeom>
        </p:spPr>
        <p:txBody>
          <a:bodyPr/>
          <a:lstStyle/>
          <a:p>
            <a:fld id="{86CB4B4D-7CA3-9044-876B-883B54F8677D}" type="slidenum">
              <a:t>‹#›</a:t>
            </a:fld>
            <a:endParaRPr/>
          </a:p>
        </p:txBody>
      </p:sp>
      <p:sp>
        <p:nvSpPr>
          <p:cNvPr id="2" name="Body Level One…">
            <a:extLst>
              <a:ext uri="{FF2B5EF4-FFF2-40B4-BE49-F238E27FC236}">
                <a16:creationId xmlns:a16="http://schemas.microsoft.com/office/drawing/2014/main" id="{A8802055-71B5-DD4C-5F5C-42B4155A4E7D}"/>
              </a:ext>
            </a:extLst>
          </p:cNvPr>
          <p:cNvSpPr txBox="1">
            <a:spLocks noGrp="1"/>
          </p:cNvSpPr>
          <p:nvPr>
            <p:ph idx="1" hasCustomPrompt="1"/>
          </p:nvPr>
        </p:nvSpPr>
        <p:spPr>
          <a:xfrm>
            <a:off x="1219200" y="4013200"/>
            <a:ext cx="21948577" cy="848360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50800" tIns="50800" rIns="50800" bIns="50800">
            <a:normAutofit/>
          </a:bodyPr>
          <a:lstStyle>
            <a:lvl1pPr marL="571500" indent="-571500">
              <a:buFont typeface="Wingdings" panose="05000000000000000000" pitchFamily="2" charset="2"/>
              <a:buChar char="§"/>
              <a:defRPr/>
            </a:lvl1pPr>
            <a:lvl2pPr marL="1440000" indent="-546100">
              <a:spcBef>
                <a:spcPts val="2400"/>
              </a:spcBef>
              <a:buFont typeface="Arial" panose="020B0604020202020204" pitchFamily="34" charset="0"/>
              <a:buChar char="•"/>
              <a:defRPr sz="4000"/>
            </a:lvl2pPr>
            <a:lvl3pPr marL="2160000" indent="-546100">
              <a:buSzPct val="130000"/>
              <a:buFont typeface="Wingdings" panose="05000000000000000000" pitchFamily="2" charset="2"/>
              <a:buChar char="Ø"/>
              <a:defRPr sz="3600"/>
            </a:lvl3pPr>
          </a:lstStyle>
          <a:p>
            <a:r>
              <a:rPr dirty="0" err="1"/>
              <a:t>슬라이드</a:t>
            </a:r>
            <a:r>
              <a:rPr dirty="0"/>
              <a:t> </a:t>
            </a:r>
            <a:r>
              <a:rPr dirty="0" err="1"/>
              <a:t>구분점</a:t>
            </a:r>
            <a:r>
              <a:rPr dirty="0"/>
              <a:t> </a:t>
            </a:r>
            <a:r>
              <a:rPr dirty="0" err="1"/>
              <a:t>텍스트</a:t>
            </a:r>
            <a:endParaRPr lang="en-US" dirty="0"/>
          </a:p>
          <a:p>
            <a:pPr lvl="1"/>
            <a:r>
              <a:rPr lang="en-US" dirty="0"/>
              <a:t>TEXT</a:t>
            </a:r>
          </a:p>
          <a:p>
            <a:pPr lvl="2"/>
            <a:r>
              <a:rPr lang="en-US" dirty="0"/>
              <a:t>TEXT</a:t>
            </a:r>
          </a:p>
          <a:p>
            <a:pPr lvl="1"/>
            <a:endParaRPr lang="en-US" dirty="0"/>
          </a:p>
          <a:p>
            <a:pPr lvl="2"/>
            <a:endParaRPr dirty="0"/>
          </a:p>
          <a:p>
            <a:pPr lvl="1"/>
            <a:endParaRPr dirty="0"/>
          </a:p>
          <a:p>
            <a:pPr lvl="2"/>
            <a:endParaRPr dirty="0"/>
          </a:p>
          <a:p>
            <a:pPr lvl="3"/>
            <a:endParaRPr dirty="0"/>
          </a:p>
          <a:p>
            <a:pPr lvl="4"/>
            <a:endParaRPr dirty="0"/>
          </a:p>
        </p:txBody>
      </p:sp>
    </p:spTree>
    <p:extLst>
      <p:ext uri="{BB962C8B-B14F-4D97-AF65-F5344CB8AC3E}">
        <p14:creationId xmlns:p14="http://schemas.microsoft.com/office/powerpoint/2010/main" val="1877571541"/>
      </p:ext>
    </p:extLst>
  </p:cSld>
  <p:clrMapOvr>
    <a:masterClrMapping/>
  </p:clrMapOvr>
  <p:transition spd="med"/>
</p:sldLayout>
</file>

<file path=ppt/slideLayouts/slideLayout15.xml><?xml version="1.0" encoding="utf-8"?>
<p:sldLayout xmlns:a="http://schemas.openxmlformats.org/drawingml/2006/main" xmlns:r="http://schemas.openxmlformats.org/officeDocument/2006/relationships" xmlns:p="http://schemas.openxmlformats.org/presentationml/2006/main" type="tx">
  <p:cSld name="빈 페이지">
    <p:spTree>
      <p:nvGrpSpPr>
        <p:cNvPr id="1" name=""/>
        <p:cNvGrpSpPr/>
        <p:nvPr/>
      </p:nvGrpSpPr>
      <p:grpSpPr>
        <a:xfrm>
          <a:off x="0" y="0"/>
          <a:ext cx="0" cy="0"/>
          <a:chOff x="0" y="0"/>
          <a:chExt cx="0" cy="0"/>
        </a:xfrm>
      </p:grpSpPr>
      <p:sp>
        <p:nvSpPr>
          <p:cNvPr id="162" name="Rectangle"/>
          <p:cNvSpPr/>
          <p:nvPr/>
        </p:nvSpPr>
        <p:spPr>
          <a:xfrm>
            <a:off x="-5438" y="564834"/>
            <a:ext cx="385436" cy="1702397"/>
          </a:xfrm>
          <a:prstGeom prst="rect">
            <a:avLst/>
          </a:prstGeom>
          <a:gradFill>
            <a:gsLst>
              <a:gs pos="0">
                <a:srgbClr val="5191C8"/>
              </a:gs>
              <a:gs pos="928">
                <a:srgbClr val="6CC1EE"/>
              </a:gs>
              <a:gs pos="100000">
                <a:srgbClr val="26448A"/>
              </a:gs>
            </a:gsLst>
            <a:lin ang="5665584"/>
          </a:gradFill>
          <a:ln w="12700">
            <a:miter lim="400000"/>
          </a:ln>
        </p:spPr>
        <p:txBody>
          <a:bodyPr lIns="50800" tIns="50800" rIns="50800" bIns="50800" anchor="ctr"/>
          <a:lstStyle/>
          <a:p>
            <a:pPr algn="ctr" defTabSz="1130300">
              <a:lnSpc>
                <a:spcPct val="100000"/>
              </a:lnSpc>
              <a:spcBef>
                <a:spcPts val="0"/>
              </a:spcBef>
              <a:defRPr sz="3200">
                <a:solidFill>
                  <a:srgbClr val="63B2E2"/>
                </a:solidFill>
                <a:latin typeface="+mn-lt"/>
                <a:ea typeface="+mn-ea"/>
                <a:cs typeface="+mn-cs"/>
                <a:sym typeface="Avenir Next Regular"/>
              </a:defRPr>
            </a:pPr>
            <a:endParaRPr/>
          </a:p>
        </p:txBody>
      </p:sp>
      <p:sp>
        <p:nvSpPr>
          <p:cNvPr id="163" name="Line"/>
          <p:cNvSpPr/>
          <p:nvPr/>
        </p:nvSpPr>
        <p:spPr>
          <a:xfrm>
            <a:off x="672574" y="12767429"/>
            <a:ext cx="23038852" cy="1"/>
          </a:xfrm>
          <a:prstGeom prst="line">
            <a:avLst/>
          </a:prstGeom>
          <a:ln w="25400">
            <a:solidFill>
              <a:srgbClr val="000000">
                <a:alpha val="65278"/>
              </a:srgbClr>
            </a:solidFill>
            <a:miter lim="400000"/>
          </a:ln>
          <a:effectLst>
            <a:outerShdw blurRad="50800" dist="63500" dir="2700000" rotWithShape="0">
              <a:srgbClr val="000000">
                <a:alpha val="24218"/>
              </a:srgbClr>
            </a:outerShdw>
          </a:effectLst>
        </p:spPr>
        <p:txBody>
          <a:bodyPr lIns="50800" tIns="50800" rIns="50800" bIns="50800" anchor="ctr"/>
          <a:lstStyle/>
          <a:p>
            <a:endParaRPr/>
          </a:p>
        </p:txBody>
      </p:sp>
      <p:pic>
        <p:nvPicPr>
          <p:cNvPr id="164" name="ui_kor_eng.svg" descr="ui_kor_eng.svg"/>
          <p:cNvPicPr>
            <a:picLocks noChangeAspect="1"/>
          </p:cNvPicPr>
          <p:nvPr/>
        </p:nvPicPr>
        <p:blipFill>
          <a:blip r:embed="rId2"/>
          <a:srcRect l="20326" t="44369" r="49479" b="48396"/>
          <a:stretch>
            <a:fillRect/>
          </a:stretch>
        </p:blipFill>
        <p:spPr>
          <a:xfrm>
            <a:off x="540495" y="12877676"/>
            <a:ext cx="2097531" cy="685263"/>
          </a:xfrm>
          <a:prstGeom prst="rect">
            <a:avLst/>
          </a:prstGeom>
          <a:ln w="12700">
            <a:miter lim="400000"/>
          </a:ln>
        </p:spPr>
      </p:pic>
      <p:sp>
        <p:nvSpPr>
          <p:cNvPr id="165" name="Slide Number"/>
          <p:cNvSpPr txBox="1">
            <a:spLocks noGrp="1"/>
          </p:cNvSpPr>
          <p:nvPr>
            <p:ph type="sldNum" sz="quarter" idx="2"/>
          </p:nvPr>
        </p:nvSpPr>
        <p:spPr>
          <a:xfrm>
            <a:off x="22493885" y="12947676"/>
            <a:ext cx="1320874" cy="641201"/>
          </a:xfrm>
          <a:prstGeom prst="rect">
            <a:avLst/>
          </a:prstGeom>
        </p:spPr>
        <p:txBody>
          <a:bodyPr wrap="none"/>
          <a:lstStyle/>
          <a:p>
            <a:fld id="{86CB4B4D-7CA3-9044-876B-883B54F8677D}" type="slidenum">
              <a:rPr smtClean="0"/>
              <a:t>‹#›</a:t>
            </a:fld>
            <a:r>
              <a:rPr lang="en-US" dirty="0"/>
              <a:t>/2</a:t>
            </a:r>
            <a:r>
              <a:rPr lang="en-US" altLang="ko-KR" dirty="0"/>
              <a:t>3</a:t>
            </a:r>
          </a:p>
        </p:txBody>
      </p:sp>
    </p:spTree>
    <p:extLst>
      <p:ext uri="{BB962C8B-B14F-4D97-AF65-F5344CB8AC3E}">
        <p14:creationId xmlns:p14="http://schemas.microsoft.com/office/powerpoint/2010/main" val="314698487"/>
      </p:ext>
    </p:extLst>
  </p:cSld>
  <p:clrMapOvr>
    <a:masterClrMapping/>
  </p:clrMapOvr>
  <p:transition spd="med"/>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slideLayout" Target="../slideLayouts/slideLayout12.xml"/><Relationship Id="rId13" Type="http://schemas.openxmlformats.org/officeDocument/2006/relationships/slideLayout" Target="../slideLayouts/slideLayout13.xml"/><Relationship Id="rId14" Type="http://schemas.openxmlformats.org/officeDocument/2006/relationships/slideLayout" Target="../slideLayouts/slideLayout14.xml"/><Relationship Id="rId15" Type="http://schemas.openxmlformats.org/officeDocument/2006/relationships/slideLayout" Target="../slideLayouts/slideLayout15.xml"/><Relationship Id="rId16"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슬라이드 제목"/>
          <p:cNvSpPr txBox="1">
            <a:spLocks noGrp="1"/>
          </p:cNvSpPr>
          <p:nvPr>
            <p:ph type="title" hasCustomPrompt="1"/>
          </p:nvPr>
        </p:nvSpPr>
        <p:spPr>
          <a:xfrm>
            <a:off x="1219200" y="774700"/>
            <a:ext cx="21945600" cy="172720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50800" tIns="50800" rIns="50800" bIns="50800">
            <a:normAutofit/>
          </a:bodyPr>
          <a:lstStyle/>
          <a:p>
            <a:r>
              <a:t>슬라이드 제목</a:t>
            </a:r>
          </a:p>
        </p:txBody>
      </p:sp>
      <p:sp>
        <p:nvSpPr>
          <p:cNvPr id="3" name="Body Level One…"/>
          <p:cNvSpPr txBox="1">
            <a:spLocks noGrp="1"/>
          </p:cNvSpPr>
          <p:nvPr>
            <p:ph type="body" idx="1" hasCustomPrompt="1"/>
          </p:nvPr>
        </p:nvSpPr>
        <p:spPr>
          <a:xfrm>
            <a:off x="1219200" y="4013200"/>
            <a:ext cx="21948577" cy="8483600"/>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50800" tIns="50800" rIns="50800" bIns="50800">
            <a:normAutofit/>
          </a:bodyPr>
          <a:lstStyle/>
          <a:p>
            <a:r>
              <a:rPr dirty="0" err="1"/>
              <a:t>슬라이드</a:t>
            </a:r>
            <a:r>
              <a:rPr dirty="0"/>
              <a:t> </a:t>
            </a:r>
            <a:r>
              <a:rPr dirty="0" err="1"/>
              <a:t>구분점</a:t>
            </a:r>
            <a:r>
              <a:rPr dirty="0"/>
              <a:t> </a:t>
            </a:r>
            <a:r>
              <a:rPr dirty="0" err="1"/>
              <a:t>텍스트</a:t>
            </a:r>
            <a:endParaRPr dirty="0"/>
          </a:p>
          <a:p>
            <a:pPr lvl="1"/>
            <a:endParaRPr dirty="0"/>
          </a:p>
          <a:p>
            <a:pPr lvl="2"/>
            <a:endParaRPr dirty="0"/>
          </a:p>
          <a:p>
            <a:pPr lvl="3"/>
            <a:endParaRPr dirty="0"/>
          </a:p>
          <a:p>
            <a:pPr lvl="4"/>
            <a:endParaRPr dirty="0"/>
          </a:p>
        </p:txBody>
      </p:sp>
      <p:sp>
        <p:nvSpPr>
          <p:cNvPr id="4" name="Slide Number"/>
          <p:cNvSpPr txBox="1">
            <a:spLocks noGrp="1"/>
          </p:cNvSpPr>
          <p:nvPr>
            <p:ph type="sldNum" sz="quarter" idx="2"/>
          </p:nvPr>
        </p:nvSpPr>
        <p:spPr>
          <a:xfrm>
            <a:off x="11877040" y="12418060"/>
            <a:ext cx="629921" cy="711201"/>
          </a:xfrm>
          <a:prstGeom prst="rect">
            <a:avLst/>
          </a:prstGeom>
          <a:ln w="12700">
            <a:miter lim="400000"/>
          </a:ln>
        </p:spPr>
        <p:txBody>
          <a:bodyPr wrap="none" lIns="50800" tIns="50800" rIns="50800" bIns="50800" anchor="b">
            <a:spAutoFit/>
          </a:bodyPr>
          <a:lstStyle>
            <a:lvl1pPr algn="ctr" defTabSz="584200">
              <a:lnSpc>
                <a:spcPct val="100000"/>
              </a:lnSpc>
              <a:spcBef>
                <a:spcPts val="0"/>
              </a:spcBef>
              <a:defRPr sz="3500">
                <a:solidFill>
                  <a:srgbClr val="5E5E5E"/>
                </a:solidFill>
                <a:latin typeface="+mn-lt"/>
                <a:ea typeface="+mn-ea"/>
                <a:cs typeface="+mn-cs"/>
                <a:sym typeface="Avenir Next Regular"/>
              </a:defRPr>
            </a:lvl1pPr>
          </a:lstStyle>
          <a:p>
            <a:fld id="{86CB4B4D-7CA3-9044-876B-883B54F8677D}" type="slidenum">
              <a:t>‹#›</a:t>
            </a:fld>
            <a:endParaRPr/>
          </a:p>
        </p:txBody>
      </p:sp>
    </p:spTree>
  </p:cSld>
  <p:clrMap bg1="lt1" tx1="dk1" bg2="lt2" tx2="dk2" accent1="accent1" accent2="accent2" accent3="accent3" accent4="accent4" accent5="accent5" accent6="accent6" hlink="hlink" folHlink="folHlink"/>
  <p:sldLayoutIdLst>
    <p:sldLayoutId id="2147483649" r:id="rId1"/>
    <p:sldLayoutId id="2147483652" r:id="rId2"/>
    <p:sldLayoutId id="2147483654" r:id="rId3"/>
    <p:sldLayoutId id="2147483655" r:id="rId4"/>
    <p:sldLayoutId id="2147483656" r:id="rId5"/>
    <p:sldLayoutId id="2147483657" r:id="rId6"/>
    <p:sldLayoutId id="2147483658" r:id="rId7"/>
    <p:sldLayoutId id="2147483659" r:id="rId8"/>
    <p:sldLayoutId id="2147483660" r:id="rId9"/>
    <p:sldLayoutId id="2147483661" r:id="rId10"/>
    <p:sldLayoutId id="2147483662" r:id="rId11"/>
    <p:sldLayoutId id="2147483663" r:id="rId12"/>
    <p:sldLayoutId id="2147483664" r:id="rId13"/>
    <p:sldLayoutId id="2147483666" r:id="rId14"/>
    <p:sldLayoutId id="2147483667" r:id="rId15"/>
  </p:sldLayoutIdLst>
  <p:transition spd="med"/>
  <p:hf hdr="0" ftr="0" dt="0"/>
  <p:txStyles>
    <p:titleStyle>
      <a:lvl1pPr marL="0" marR="0" indent="0" algn="l" defTabSz="2438400" rtl="0" latinLnBrk="0">
        <a:lnSpc>
          <a:spcPct val="80000"/>
        </a:lnSpc>
        <a:spcBef>
          <a:spcPts val="0"/>
        </a:spcBef>
        <a:spcAft>
          <a:spcPts val="0"/>
        </a:spcAft>
        <a:buClrTx/>
        <a:buSzTx/>
        <a:buFontTx/>
        <a:buNone/>
        <a:tabLst/>
        <a:defRPr sz="7000" b="0" i="0" u="none" strike="noStrike" cap="none" spc="-70" baseline="0">
          <a:solidFill>
            <a:srgbClr val="000000"/>
          </a:solidFill>
          <a:uFillTx/>
          <a:latin typeface="Avenir Next Medium"/>
          <a:ea typeface="Avenir Next Medium"/>
          <a:cs typeface="Avenir Next Medium"/>
          <a:sym typeface="Avenir Next Medium"/>
        </a:defRPr>
      </a:lvl1pPr>
      <a:lvl2pPr marL="0" marR="0" indent="457200" algn="l" defTabSz="2438400" rtl="0" latinLnBrk="0">
        <a:lnSpc>
          <a:spcPct val="80000"/>
        </a:lnSpc>
        <a:spcBef>
          <a:spcPts val="0"/>
        </a:spcBef>
        <a:spcAft>
          <a:spcPts val="0"/>
        </a:spcAft>
        <a:buClrTx/>
        <a:buSzTx/>
        <a:buFontTx/>
        <a:buNone/>
        <a:tabLst/>
        <a:defRPr sz="7000" b="0" i="0" u="none" strike="noStrike" cap="none" spc="-70" baseline="0">
          <a:solidFill>
            <a:srgbClr val="000000"/>
          </a:solidFill>
          <a:uFillTx/>
          <a:latin typeface="Avenir Next Medium"/>
          <a:ea typeface="Avenir Next Medium"/>
          <a:cs typeface="Avenir Next Medium"/>
          <a:sym typeface="Avenir Next Medium"/>
        </a:defRPr>
      </a:lvl2pPr>
      <a:lvl3pPr marL="0" marR="0" indent="914400" algn="l" defTabSz="2438400" rtl="0" latinLnBrk="0">
        <a:lnSpc>
          <a:spcPct val="80000"/>
        </a:lnSpc>
        <a:spcBef>
          <a:spcPts val="0"/>
        </a:spcBef>
        <a:spcAft>
          <a:spcPts val="0"/>
        </a:spcAft>
        <a:buClrTx/>
        <a:buSzTx/>
        <a:buFontTx/>
        <a:buNone/>
        <a:tabLst/>
        <a:defRPr sz="7000" b="0" i="0" u="none" strike="noStrike" cap="none" spc="-70" baseline="0">
          <a:solidFill>
            <a:srgbClr val="000000"/>
          </a:solidFill>
          <a:uFillTx/>
          <a:latin typeface="Avenir Next Medium"/>
          <a:ea typeface="Avenir Next Medium"/>
          <a:cs typeface="Avenir Next Medium"/>
          <a:sym typeface="Avenir Next Medium"/>
        </a:defRPr>
      </a:lvl3pPr>
      <a:lvl4pPr marL="0" marR="0" indent="1371600" algn="l" defTabSz="2438400" rtl="0" latinLnBrk="0">
        <a:lnSpc>
          <a:spcPct val="80000"/>
        </a:lnSpc>
        <a:spcBef>
          <a:spcPts val="0"/>
        </a:spcBef>
        <a:spcAft>
          <a:spcPts val="0"/>
        </a:spcAft>
        <a:buClrTx/>
        <a:buSzTx/>
        <a:buFontTx/>
        <a:buNone/>
        <a:tabLst/>
        <a:defRPr sz="7000" b="0" i="0" u="none" strike="noStrike" cap="none" spc="-70" baseline="0">
          <a:solidFill>
            <a:srgbClr val="000000"/>
          </a:solidFill>
          <a:uFillTx/>
          <a:latin typeface="Avenir Next Medium"/>
          <a:ea typeface="Avenir Next Medium"/>
          <a:cs typeface="Avenir Next Medium"/>
          <a:sym typeface="Avenir Next Medium"/>
        </a:defRPr>
      </a:lvl4pPr>
      <a:lvl5pPr marL="0" marR="0" indent="1828800" algn="l" defTabSz="2438400" rtl="0" latinLnBrk="0">
        <a:lnSpc>
          <a:spcPct val="80000"/>
        </a:lnSpc>
        <a:spcBef>
          <a:spcPts val="0"/>
        </a:spcBef>
        <a:spcAft>
          <a:spcPts val="0"/>
        </a:spcAft>
        <a:buClrTx/>
        <a:buSzTx/>
        <a:buFontTx/>
        <a:buNone/>
        <a:tabLst/>
        <a:defRPr sz="7000" b="0" i="0" u="none" strike="noStrike" cap="none" spc="-70" baseline="0">
          <a:solidFill>
            <a:srgbClr val="000000"/>
          </a:solidFill>
          <a:uFillTx/>
          <a:latin typeface="Avenir Next Medium"/>
          <a:ea typeface="Avenir Next Medium"/>
          <a:cs typeface="Avenir Next Medium"/>
          <a:sym typeface="Avenir Next Medium"/>
        </a:defRPr>
      </a:lvl5pPr>
      <a:lvl6pPr marL="0" marR="0" indent="2286000" algn="l" defTabSz="2438400" rtl="0" latinLnBrk="0">
        <a:lnSpc>
          <a:spcPct val="80000"/>
        </a:lnSpc>
        <a:spcBef>
          <a:spcPts val="0"/>
        </a:spcBef>
        <a:spcAft>
          <a:spcPts val="0"/>
        </a:spcAft>
        <a:buClrTx/>
        <a:buSzTx/>
        <a:buFontTx/>
        <a:buNone/>
        <a:tabLst/>
        <a:defRPr sz="7000" b="0" i="0" u="none" strike="noStrike" cap="none" spc="-70" baseline="0">
          <a:solidFill>
            <a:srgbClr val="000000"/>
          </a:solidFill>
          <a:uFillTx/>
          <a:latin typeface="Avenir Next Medium"/>
          <a:ea typeface="Avenir Next Medium"/>
          <a:cs typeface="Avenir Next Medium"/>
          <a:sym typeface="Avenir Next Medium"/>
        </a:defRPr>
      </a:lvl6pPr>
      <a:lvl7pPr marL="0" marR="0" indent="2743200" algn="l" defTabSz="2438400" rtl="0" latinLnBrk="0">
        <a:lnSpc>
          <a:spcPct val="80000"/>
        </a:lnSpc>
        <a:spcBef>
          <a:spcPts val="0"/>
        </a:spcBef>
        <a:spcAft>
          <a:spcPts val="0"/>
        </a:spcAft>
        <a:buClrTx/>
        <a:buSzTx/>
        <a:buFontTx/>
        <a:buNone/>
        <a:tabLst/>
        <a:defRPr sz="7000" b="0" i="0" u="none" strike="noStrike" cap="none" spc="-70" baseline="0">
          <a:solidFill>
            <a:srgbClr val="000000"/>
          </a:solidFill>
          <a:uFillTx/>
          <a:latin typeface="Avenir Next Medium"/>
          <a:ea typeface="Avenir Next Medium"/>
          <a:cs typeface="Avenir Next Medium"/>
          <a:sym typeface="Avenir Next Medium"/>
        </a:defRPr>
      </a:lvl7pPr>
      <a:lvl8pPr marL="0" marR="0" indent="3200400" algn="l" defTabSz="2438400" rtl="0" latinLnBrk="0">
        <a:lnSpc>
          <a:spcPct val="80000"/>
        </a:lnSpc>
        <a:spcBef>
          <a:spcPts val="0"/>
        </a:spcBef>
        <a:spcAft>
          <a:spcPts val="0"/>
        </a:spcAft>
        <a:buClrTx/>
        <a:buSzTx/>
        <a:buFontTx/>
        <a:buNone/>
        <a:tabLst/>
        <a:defRPr sz="7000" b="0" i="0" u="none" strike="noStrike" cap="none" spc="-70" baseline="0">
          <a:solidFill>
            <a:srgbClr val="000000"/>
          </a:solidFill>
          <a:uFillTx/>
          <a:latin typeface="Avenir Next Medium"/>
          <a:ea typeface="Avenir Next Medium"/>
          <a:cs typeface="Avenir Next Medium"/>
          <a:sym typeface="Avenir Next Medium"/>
        </a:defRPr>
      </a:lvl8pPr>
      <a:lvl9pPr marL="0" marR="0" indent="3657600" algn="l" defTabSz="2438400" rtl="0" latinLnBrk="0">
        <a:lnSpc>
          <a:spcPct val="80000"/>
        </a:lnSpc>
        <a:spcBef>
          <a:spcPts val="0"/>
        </a:spcBef>
        <a:spcAft>
          <a:spcPts val="0"/>
        </a:spcAft>
        <a:buClrTx/>
        <a:buSzTx/>
        <a:buFontTx/>
        <a:buNone/>
        <a:tabLst/>
        <a:defRPr sz="7000" b="0" i="0" u="none" strike="noStrike" cap="none" spc="-70" baseline="0">
          <a:solidFill>
            <a:srgbClr val="000000"/>
          </a:solidFill>
          <a:uFillTx/>
          <a:latin typeface="Avenir Next Medium"/>
          <a:ea typeface="Avenir Next Medium"/>
          <a:cs typeface="Avenir Next Medium"/>
          <a:sym typeface="Avenir Next Medium"/>
        </a:defRPr>
      </a:lvl9pPr>
    </p:titleStyle>
    <p:bodyStyle>
      <a:lvl1pPr marL="546100" marR="0" indent="-546100" algn="l" defTabSz="2438338" rtl="0" latinLnBrk="0">
        <a:lnSpc>
          <a:spcPct val="90000"/>
        </a:lnSpc>
        <a:spcBef>
          <a:spcPts val="2400"/>
        </a:spcBef>
        <a:spcAft>
          <a:spcPts val="0"/>
        </a:spcAft>
        <a:buClrTx/>
        <a:buSzPct val="150000"/>
        <a:buFontTx/>
        <a:buChar char="•"/>
        <a:tabLst/>
        <a:defRPr sz="4400" b="0" i="0" u="none" strike="noStrike" cap="none" spc="0" baseline="0">
          <a:solidFill>
            <a:srgbClr val="000000"/>
          </a:solidFill>
          <a:uFillTx/>
          <a:latin typeface="Avenir Next Medium"/>
          <a:ea typeface="Avenir Next Medium"/>
          <a:cs typeface="Avenir Next Medium"/>
          <a:sym typeface="Avenir Next Medium"/>
        </a:defRPr>
      </a:lvl1pPr>
      <a:lvl2pPr marL="1092200" marR="0" indent="-546100" algn="l" defTabSz="2438338" rtl="0" latinLnBrk="0">
        <a:lnSpc>
          <a:spcPct val="90000"/>
        </a:lnSpc>
        <a:spcBef>
          <a:spcPts val="2400"/>
        </a:spcBef>
        <a:spcAft>
          <a:spcPts val="0"/>
        </a:spcAft>
        <a:buClrTx/>
        <a:buSzPct val="150000"/>
        <a:buFontTx/>
        <a:buChar char="•"/>
        <a:tabLst/>
        <a:defRPr sz="4400" b="0" i="0" u="none" strike="noStrike" cap="none" spc="0" baseline="0">
          <a:solidFill>
            <a:srgbClr val="000000"/>
          </a:solidFill>
          <a:uFillTx/>
          <a:latin typeface="Avenir Next Medium"/>
          <a:ea typeface="Avenir Next Medium"/>
          <a:cs typeface="Avenir Next Medium"/>
          <a:sym typeface="Avenir Next Medium"/>
        </a:defRPr>
      </a:lvl2pPr>
      <a:lvl3pPr marL="1638300" marR="0" indent="-546100" algn="l" defTabSz="2438338" rtl="0" latinLnBrk="0">
        <a:lnSpc>
          <a:spcPct val="90000"/>
        </a:lnSpc>
        <a:spcBef>
          <a:spcPts val="2400"/>
        </a:spcBef>
        <a:spcAft>
          <a:spcPts val="0"/>
        </a:spcAft>
        <a:buClrTx/>
        <a:buSzPct val="150000"/>
        <a:buFontTx/>
        <a:buChar char="•"/>
        <a:tabLst/>
        <a:defRPr sz="4400" b="0" i="0" u="none" strike="noStrike" cap="none" spc="0" baseline="0">
          <a:solidFill>
            <a:srgbClr val="000000"/>
          </a:solidFill>
          <a:uFillTx/>
          <a:latin typeface="Avenir Next Medium"/>
          <a:ea typeface="Avenir Next Medium"/>
          <a:cs typeface="Avenir Next Medium"/>
          <a:sym typeface="Avenir Next Medium"/>
        </a:defRPr>
      </a:lvl3pPr>
      <a:lvl4pPr marL="2184400" marR="0" indent="-546100" algn="l" defTabSz="2438338" rtl="0" latinLnBrk="0">
        <a:lnSpc>
          <a:spcPct val="90000"/>
        </a:lnSpc>
        <a:spcBef>
          <a:spcPts val="2400"/>
        </a:spcBef>
        <a:spcAft>
          <a:spcPts val="0"/>
        </a:spcAft>
        <a:buClrTx/>
        <a:buSzPct val="150000"/>
        <a:buFontTx/>
        <a:buChar char="•"/>
        <a:tabLst/>
        <a:defRPr sz="4400" b="0" i="0" u="none" strike="noStrike" cap="none" spc="0" baseline="0">
          <a:solidFill>
            <a:srgbClr val="000000"/>
          </a:solidFill>
          <a:uFillTx/>
          <a:latin typeface="Avenir Next Medium"/>
          <a:ea typeface="Avenir Next Medium"/>
          <a:cs typeface="Avenir Next Medium"/>
          <a:sym typeface="Avenir Next Medium"/>
        </a:defRPr>
      </a:lvl4pPr>
      <a:lvl5pPr marL="2730500" marR="0" indent="-546100" algn="l" defTabSz="2438338" rtl="0" latinLnBrk="0">
        <a:lnSpc>
          <a:spcPct val="90000"/>
        </a:lnSpc>
        <a:spcBef>
          <a:spcPts val="2400"/>
        </a:spcBef>
        <a:spcAft>
          <a:spcPts val="0"/>
        </a:spcAft>
        <a:buClrTx/>
        <a:buSzPct val="150000"/>
        <a:buFontTx/>
        <a:buChar char="•"/>
        <a:tabLst/>
        <a:defRPr sz="4400" b="0" i="0" u="none" strike="noStrike" cap="none" spc="0" baseline="0">
          <a:solidFill>
            <a:srgbClr val="000000"/>
          </a:solidFill>
          <a:uFillTx/>
          <a:latin typeface="Avenir Next Medium"/>
          <a:ea typeface="Avenir Next Medium"/>
          <a:cs typeface="Avenir Next Medium"/>
          <a:sym typeface="Avenir Next Medium"/>
        </a:defRPr>
      </a:lvl5pPr>
      <a:lvl6pPr marL="3276600" marR="0" indent="-546100" algn="l" defTabSz="2438338" rtl="0" latinLnBrk="0">
        <a:lnSpc>
          <a:spcPct val="90000"/>
        </a:lnSpc>
        <a:spcBef>
          <a:spcPts val="2400"/>
        </a:spcBef>
        <a:spcAft>
          <a:spcPts val="0"/>
        </a:spcAft>
        <a:buClrTx/>
        <a:buSzPct val="150000"/>
        <a:buFontTx/>
        <a:buChar char="•"/>
        <a:tabLst/>
        <a:defRPr sz="4400" b="0" i="0" u="none" strike="noStrike" cap="none" spc="0" baseline="0">
          <a:solidFill>
            <a:srgbClr val="000000"/>
          </a:solidFill>
          <a:uFillTx/>
          <a:latin typeface="Avenir Next Medium"/>
          <a:ea typeface="Avenir Next Medium"/>
          <a:cs typeface="Avenir Next Medium"/>
          <a:sym typeface="Avenir Next Medium"/>
        </a:defRPr>
      </a:lvl6pPr>
      <a:lvl7pPr marL="3822700" marR="0" indent="-546100" algn="l" defTabSz="2438338" rtl="0" latinLnBrk="0">
        <a:lnSpc>
          <a:spcPct val="90000"/>
        </a:lnSpc>
        <a:spcBef>
          <a:spcPts val="2400"/>
        </a:spcBef>
        <a:spcAft>
          <a:spcPts val="0"/>
        </a:spcAft>
        <a:buClrTx/>
        <a:buSzPct val="150000"/>
        <a:buFontTx/>
        <a:buChar char="•"/>
        <a:tabLst/>
        <a:defRPr sz="4400" b="0" i="0" u="none" strike="noStrike" cap="none" spc="0" baseline="0">
          <a:solidFill>
            <a:srgbClr val="000000"/>
          </a:solidFill>
          <a:uFillTx/>
          <a:latin typeface="Avenir Next Medium"/>
          <a:ea typeface="Avenir Next Medium"/>
          <a:cs typeface="Avenir Next Medium"/>
          <a:sym typeface="Avenir Next Medium"/>
        </a:defRPr>
      </a:lvl7pPr>
      <a:lvl8pPr marL="4368800" marR="0" indent="-546100" algn="l" defTabSz="2438338" rtl="0" latinLnBrk="0">
        <a:lnSpc>
          <a:spcPct val="90000"/>
        </a:lnSpc>
        <a:spcBef>
          <a:spcPts val="2400"/>
        </a:spcBef>
        <a:spcAft>
          <a:spcPts val="0"/>
        </a:spcAft>
        <a:buClrTx/>
        <a:buSzPct val="150000"/>
        <a:buFontTx/>
        <a:buChar char="•"/>
        <a:tabLst/>
        <a:defRPr sz="4400" b="0" i="0" u="none" strike="noStrike" cap="none" spc="0" baseline="0">
          <a:solidFill>
            <a:srgbClr val="000000"/>
          </a:solidFill>
          <a:uFillTx/>
          <a:latin typeface="Avenir Next Medium"/>
          <a:ea typeface="Avenir Next Medium"/>
          <a:cs typeface="Avenir Next Medium"/>
          <a:sym typeface="Avenir Next Medium"/>
        </a:defRPr>
      </a:lvl8pPr>
      <a:lvl9pPr marL="4914900" marR="0" indent="-546100" algn="l" defTabSz="2438338" rtl="0" latinLnBrk="0">
        <a:lnSpc>
          <a:spcPct val="90000"/>
        </a:lnSpc>
        <a:spcBef>
          <a:spcPts val="2400"/>
        </a:spcBef>
        <a:spcAft>
          <a:spcPts val="0"/>
        </a:spcAft>
        <a:buClrTx/>
        <a:buSzPct val="150000"/>
        <a:buFontTx/>
        <a:buChar char="•"/>
        <a:tabLst/>
        <a:defRPr sz="4400" b="0" i="0" u="none" strike="noStrike" cap="none" spc="0" baseline="0">
          <a:solidFill>
            <a:srgbClr val="000000"/>
          </a:solidFill>
          <a:uFillTx/>
          <a:latin typeface="Avenir Next Medium"/>
          <a:ea typeface="Avenir Next Medium"/>
          <a:cs typeface="Avenir Next Medium"/>
          <a:sym typeface="Avenir Next Medium"/>
        </a:defRPr>
      </a:lvl9pPr>
    </p:bodyStyle>
    <p:otherStyle>
      <a:lvl1pPr marL="0" marR="0" indent="0" algn="ctr" defTabSz="584200" rtl="0" latinLnBrk="0">
        <a:lnSpc>
          <a:spcPct val="100000"/>
        </a:lnSpc>
        <a:spcBef>
          <a:spcPts val="0"/>
        </a:spcBef>
        <a:spcAft>
          <a:spcPts val="0"/>
        </a:spcAft>
        <a:buClrTx/>
        <a:buSzTx/>
        <a:buFontTx/>
        <a:buNone/>
        <a:tabLst/>
        <a:defRPr sz="3500" b="0" i="0" u="none" strike="noStrike" cap="none" spc="0" baseline="0">
          <a:solidFill>
            <a:schemeClr val="tx1"/>
          </a:solidFill>
          <a:uFillTx/>
          <a:latin typeface="+mn-lt"/>
          <a:ea typeface="+mn-ea"/>
          <a:cs typeface="+mn-cs"/>
          <a:sym typeface="Avenir Next Regular"/>
        </a:defRPr>
      </a:lvl1pPr>
      <a:lvl2pPr marL="0" marR="0" indent="457200" algn="ctr" defTabSz="584200" rtl="0" latinLnBrk="0">
        <a:lnSpc>
          <a:spcPct val="100000"/>
        </a:lnSpc>
        <a:spcBef>
          <a:spcPts val="0"/>
        </a:spcBef>
        <a:spcAft>
          <a:spcPts val="0"/>
        </a:spcAft>
        <a:buClrTx/>
        <a:buSzTx/>
        <a:buFontTx/>
        <a:buNone/>
        <a:tabLst/>
        <a:defRPr sz="3500" b="0" i="0" u="none" strike="noStrike" cap="none" spc="0" baseline="0">
          <a:solidFill>
            <a:schemeClr val="tx1"/>
          </a:solidFill>
          <a:uFillTx/>
          <a:latin typeface="+mn-lt"/>
          <a:ea typeface="+mn-ea"/>
          <a:cs typeface="+mn-cs"/>
          <a:sym typeface="Avenir Next Regular"/>
        </a:defRPr>
      </a:lvl2pPr>
      <a:lvl3pPr marL="0" marR="0" indent="914400" algn="ctr" defTabSz="584200" rtl="0" latinLnBrk="0">
        <a:lnSpc>
          <a:spcPct val="100000"/>
        </a:lnSpc>
        <a:spcBef>
          <a:spcPts val="0"/>
        </a:spcBef>
        <a:spcAft>
          <a:spcPts val="0"/>
        </a:spcAft>
        <a:buClrTx/>
        <a:buSzTx/>
        <a:buFontTx/>
        <a:buNone/>
        <a:tabLst/>
        <a:defRPr sz="3500" b="0" i="0" u="none" strike="noStrike" cap="none" spc="0" baseline="0">
          <a:solidFill>
            <a:schemeClr val="tx1"/>
          </a:solidFill>
          <a:uFillTx/>
          <a:latin typeface="+mn-lt"/>
          <a:ea typeface="+mn-ea"/>
          <a:cs typeface="+mn-cs"/>
          <a:sym typeface="Avenir Next Regular"/>
        </a:defRPr>
      </a:lvl3pPr>
      <a:lvl4pPr marL="0" marR="0" indent="1371600" algn="ctr" defTabSz="584200" rtl="0" latinLnBrk="0">
        <a:lnSpc>
          <a:spcPct val="100000"/>
        </a:lnSpc>
        <a:spcBef>
          <a:spcPts val="0"/>
        </a:spcBef>
        <a:spcAft>
          <a:spcPts val="0"/>
        </a:spcAft>
        <a:buClrTx/>
        <a:buSzTx/>
        <a:buFontTx/>
        <a:buNone/>
        <a:tabLst/>
        <a:defRPr sz="3500" b="0" i="0" u="none" strike="noStrike" cap="none" spc="0" baseline="0">
          <a:solidFill>
            <a:schemeClr val="tx1"/>
          </a:solidFill>
          <a:uFillTx/>
          <a:latin typeface="+mn-lt"/>
          <a:ea typeface="+mn-ea"/>
          <a:cs typeface="+mn-cs"/>
          <a:sym typeface="Avenir Next Regular"/>
        </a:defRPr>
      </a:lvl4pPr>
      <a:lvl5pPr marL="0" marR="0" indent="1828800" algn="ctr" defTabSz="584200" rtl="0" latinLnBrk="0">
        <a:lnSpc>
          <a:spcPct val="100000"/>
        </a:lnSpc>
        <a:spcBef>
          <a:spcPts val="0"/>
        </a:spcBef>
        <a:spcAft>
          <a:spcPts val="0"/>
        </a:spcAft>
        <a:buClrTx/>
        <a:buSzTx/>
        <a:buFontTx/>
        <a:buNone/>
        <a:tabLst/>
        <a:defRPr sz="3500" b="0" i="0" u="none" strike="noStrike" cap="none" spc="0" baseline="0">
          <a:solidFill>
            <a:schemeClr val="tx1"/>
          </a:solidFill>
          <a:uFillTx/>
          <a:latin typeface="+mn-lt"/>
          <a:ea typeface="+mn-ea"/>
          <a:cs typeface="+mn-cs"/>
          <a:sym typeface="Avenir Next Regular"/>
        </a:defRPr>
      </a:lvl5pPr>
      <a:lvl6pPr marL="0" marR="0" indent="2286000" algn="ctr" defTabSz="584200" rtl="0" latinLnBrk="0">
        <a:lnSpc>
          <a:spcPct val="100000"/>
        </a:lnSpc>
        <a:spcBef>
          <a:spcPts val="0"/>
        </a:spcBef>
        <a:spcAft>
          <a:spcPts val="0"/>
        </a:spcAft>
        <a:buClrTx/>
        <a:buSzTx/>
        <a:buFontTx/>
        <a:buNone/>
        <a:tabLst/>
        <a:defRPr sz="3500" b="0" i="0" u="none" strike="noStrike" cap="none" spc="0" baseline="0">
          <a:solidFill>
            <a:schemeClr val="tx1"/>
          </a:solidFill>
          <a:uFillTx/>
          <a:latin typeface="+mn-lt"/>
          <a:ea typeface="+mn-ea"/>
          <a:cs typeface="+mn-cs"/>
          <a:sym typeface="Avenir Next Regular"/>
        </a:defRPr>
      </a:lvl6pPr>
      <a:lvl7pPr marL="0" marR="0" indent="2743200" algn="ctr" defTabSz="584200" rtl="0" latinLnBrk="0">
        <a:lnSpc>
          <a:spcPct val="100000"/>
        </a:lnSpc>
        <a:spcBef>
          <a:spcPts val="0"/>
        </a:spcBef>
        <a:spcAft>
          <a:spcPts val="0"/>
        </a:spcAft>
        <a:buClrTx/>
        <a:buSzTx/>
        <a:buFontTx/>
        <a:buNone/>
        <a:tabLst/>
        <a:defRPr sz="3500" b="0" i="0" u="none" strike="noStrike" cap="none" spc="0" baseline="0">
          <a:solidFill>
            <a:schemeClr val="tx1"/>
          </a:solidFill>
          <a:uFillTx/>
          <a:latin typeface="+mn-lt"/>
          <a:ea typeface="+mn-ea"/>
          <a:cs typeface="+mn-cs"/>
          <a:sym typeface="Avenir Next Regular"/>
        </a:defRPr>
      </a:lvl7pPr>
      <a:lvl8pPr marL="0" marR="0" indent="3200400" algn="ctr" defTabSz="584200" rtl="0" latinLnBrk="0">
        <a:lnSpc>
          <a:spcPct val="100000"/>
        </a:lnSpc>
        <a:spcBef>
          <a:spcPts val="0"/>
        </a:spcBef>
        <a:spcAft>
          <a:spcPts val="0"/>
        </a:spcAft>
        <a:buClrTx/>
        <a:buSzTx/>
        <a:buFontTx/>
        <a:buNone/>
        <a:tabLst/>
        <a:defRPr sz="3500" b="0" i="0" u="none" strike="noStrike" cap="none" spc="0" baseline="0">
          <a:solidFill>
            <a:schemeClr val="tx1"/>
          </a:solidFill>
          <a:uFillTx/>
          <a:latin typeface="+mn-lt"/>
          <a:ea typeface="+mn-ea"/>
          <a:cs typeface="+mn-cs"/>
          <a:sym typeface="Avenir Next Regular"/>
        </a:defRPr>
      </a:lvl8pPr>
      <a:lvl9pPr marL="0" marR="0" indent="3657600" algn="ctr" defTabSz="584200" rtl="0" latinLnBrk="0">
        <a:lnSpc>
          <a:spcPct val="100000"/>
        </a:lnSpc>
        <a:spcBef>
          <a:spcPts val="0"/>
        </a:spcBef>
        <a:spcAft>
          <a:spcPts val="0"/>
        </a:spcAft>
        <a:buClrTx/>
        <a:buSzTx/>
        <a:buFontTx/>
        <a:buNone/>
        <a:tabLst/>
        <a:defRPr sz="3500" b="0" i="0" u="none" strike="noStrike" cap="none" spc="0" baseline="0">
          <a:solidFill>
            <a:schemeClr val="tx1"/>
          </a:solidFill>
          <a:uFillTx/>
          <a:latin typeface="+mn-lt"/>
          <a:ea typeface="+mn-ea"/>
          <a:cs typeface="+mn-cs"/>
          <a:sym typeface="Avenir Next Regular"/>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6.xml"/><Relationship Id="rId3" Type="http://schemas.openxmlformats.org/officeDocument/2006/relationships/image" Target="../media/image3.png"/><Relationship Id="rId4" Type="http://schemas.openxmlformats.org/officeDocument/2006/relationships/image" Target="../media/image4.png"/></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7.xml"/><Relationship Id="rId3" Type="http://schemas.openxmlformats.org/officeDocument/2006/relationships/image" Target="../media/image5.png"/><Relationship Id="rId4" Type="http://schemas.openxmlformats.org/officeDocument/2006/relationships/image" Target="../media/image6.png"/></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8.xml"/><Relationship Id="rId3" Type="http://schemas.openxmlformats.org/officeDocument/2006/relationships/image" Target="../media/image7.gif"/></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9.xml"/><Relationship Id="rId3" Type="http://schemas.openxmlformats.org/officeDocument/2006/relationships/image" Target="../media/image8.png"/></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10.xml"/><Relationship Id="rId3" Type="http://schemas.openxmlformats.org/officeDocument/2006/relationships/image" Target="../media/image9.png"/></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13.xml"/><Relationship Id="rId3" Type="http://schemas.openxmlformats.org/officeDocument/2006/relationships/image" Target="../media/image12.gif"/></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14.xml"/><Relationship Id="rId3" Type="http://schemas.openxmlformats.org/officeDocument/2006/relationships/image" Target="../media/image13.gif"/></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19.xml"/><Relationship Id="rId3" Type="http://schemas.openxmlformats.org/officeDocument/2006/relationships/image" Target="../media/image14.png"/></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20.xml"/><Relationship Id="rId3" Type="http://schemas.openxmlformats.org/officeDocument/2006/relationships/image" Target="../media/image15.png"/></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5.xml"/><Relationship Id="rId2" Type="http://schemas.openxmlformats.org/officeDocument/2006/relationships/notesSlide" Target="../notesSlides/notesSlide21.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A2F22755-6404-6BD5-C1E7-7E97B8626164}"/>
            </a:ext>
          </a:extLst>
        </p:cNvPr>
        <p:cNvGrpSpPr/>
        <p:nvPr/>
      </p:nvGrpSpPr>
      <p:grpSpPr>
        <a:xfrm>
          <a:off x="0" y="0"/>
          <a:ext cx="0" cy="0"/>
          <a:chOff x="0" y="0"/>
          <a:chExt cx="0" cy="0"/>
        </a:xfrm>
      </p:grpSpPr>
      <p:sp>
        <p:nvSpPr>
          <p:cNvPr id="174" name="Intelligent Radio Sensing Lab. (IRS Lab)…">
            <a:extLst>
              <a:ext uri="{FF2B5EF4-FFF2-40B4-BE49-F238E27FC236}">
                <a16:creationId xmlns:a16="http://schemas.microsoft.com/office/drawing/2014/main" id="{2A0768BC-77C5-2C8F-FD38-7C79DD42D6D4}"/>
              </a:ext>
            </a:extLst>
          </p:cNvPr>
          <p:cNvSpPr txBox="1">
            <a:spLocks noGrp="1"/>
          </p:cNvSpPr>
          <p:nvPr>
            <p:ph type="body" idx="21"/>
          </p:nvPr>
        </p:nvSpPr>
        <p:spPr>
          <a:xfrm>
            <a:off x="1219200" y="8535303"/>
            <a:ext cx="21945600" cy="2550610"/>
          </a:xfrm>
          <a:prstGeom prst="rect">
            <a:avLst/>
          </a:prstGeom>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a:normAutofit/>
          </a:bodyPr>
          <a:lstStyle/>
          <a:p>
            <a:pPr defTabSz="775969">
              <a:defRPr sz="4700" spc="-47"/>
            </a:pPr>
            <a:r>
              <a:rPr dirty="0">
                <a:latin typeface="Arial" panose="020B0604020202020204" pitchFamily="34" charset="0"/>
                <a:cs typeface="Arial" panose="020B0604020202020204" pitchFamily="34" charset="0"/>
              </a:rPr>
              <a:t>Intelligent Radio Sensing Lab. (IRS Lab)</a:t>
            </a:r>
            <a:endParaRPr lang="en-US" dirty="0">
              <a:latin typeface="Arial" panose="020B0604020202020204" pitchFamily="34" charset="0"/>
              <a:cs typeface="Arial" panose="020B0604020202020204" pitchFamily="34" charset="0"/>
            </a:endParaRPr>
          </a:p>
          <a:p>
            <a:pPr defTabSz="775969">
              <a:defRPr sz="4700" spc="-47"/>
            </a:pPr>
            <a:r>
              <a:rPr lang="en-US" dirty="0">
                <a:latin typeface="Arial" panose="020B0604020202020204" pitchFamily="34" charset="0"/>
                <a:cs typeface="Arial" panose="020B0604020202020204" pitchFamily="34" charset="0"/>
              </a:rPr>
              <a:t>Department of Electrical Engineering and Computer Science</a:t>
            </a:r>
          </a:p>
          <a:p>
            <a:pPr defTabSz="775969">
              <a:defRPr sz="4700" spc="-47"/>
            </a:pPr>
            <a:r>
              <a:rPr lang="en-US" dirty="0">
                <a:latin typeface="Arial" panose="020B0604020202020204" pitchFamily="34" charset="0"/>
                <a:cs typeface="Arial" panose="020B0604020202020204" pitchFamily="34" charset="0"/>
              </a:rPr>
              <a:t>DGIST</a:t>
            </a:r>
            <a:endParaRPr lang="ko-KR" altLang="en-US" dirty="0">
              <a:latin typeface="Arial" panose="020B0604020202020204" pitchFamily="34" charset="0"/>
              <a:cs typeface="Arial" panose="020B0604020202020204" pitchFamily="34" charset="0"/>
            </a:endParaRPr>
          </a:p>
        </p:txBody>
      </p:sp>
      <p:sp>
        <p:nvSpPr>
          <p:cNvPr id="175" name="Title">
            <a:extLst>
              <a:ext uri="{FF2B5EF4-FFF2-40B4-BE49-F238E27FC236}">
                <a16:creationId xmlns:a16="http://schemas.microsoft.com/office/drawing/2014/main" id="{FEF69C24-0A71-478B-4622-AF755BE20C66}"/>
              </a:ext>
            </a:extLst>
          </p:cNvPr>
          <p:cNvSpPr txBox="1">
            <a:spLocks noGrp="1"/>
          </p:cNvSpPr>
          <p:nvPr>
            <p:ph type="ctrTitle"/>
          </p:nvPr>
        </p:nvSpPr>
        <p:spPr>
          <a:xfrm>
            <a:off x="1219200" y="3358256"/>
            <a:ext cx="21945600" cy="2412647"/>
          </a:xfrm>
          <a:prstGeom prst="rect">
            <a:avLst/>
          </a:prstGeom>
        </p:spPr>
        <p:txBody>
          <a:bodyPr>
            <a:normAutofit/>
          </a:bodyPr>
          <a:lstStyle>
            <a:lvl1pPr algn="ctr">
              <a:defRPr sz="11500" spc="-115">
                <a:latin typeface="+mn-lt"/>
                <a:ea typeface="+mn-ea"/>
                <a:cs typeface="+mn-cs"/>
                <a:sym typeface="Avenir Next Regular"/>
              </a:defRPr>
            </a:lvl1pPr>
          </a:lstStyle>
          <a:p>
            <a:r>
              <a:rPr lang="en-US" altLang="ko-KR" sz="8800" dirty="0"/>
              <a:t>Team Meeting</a:t>
            </a:r>
            <a:endParaRPr lang="ko-KR" altLang="en-US" sz="8800" dirty="0">
              <a:latin typeface="Arial" panose="020B0604020202020204" pitchFamily="34" charset="0"/>
              <a:cs typeface="Arial" panose="020B0604020202020204" pitchFamily="34" charset="0"/>
            </a:endParaRPr>
          </a:p>
        </p:txBody>
      </p:sp>
      <p:sp>
        <p:nvSpPr>
          <p:cNvPr id="176" name="Name">
            <a:extLst>
              <a:ext uri="{FF2B5EF4-FFF2-40B4-BE49-F238E27FC236}">
                <a16:creationId xmlns:a16="http://schemas.microsoft.com/office/drawing/2014/main" id="{0BF5DE56-8C9C-68F7-1AAA-48628C929F2B}"/>
              </a:ext>
            </a:extLst>
          </p:cNvPr>
          <p:cNvSpPr txBox="1">
            <a:spLocks noGrp="1"/>
          </p:cNvSpPr>
          <p:nvPr>
            <p:ph type="subTitle" sz="quarter" idx="1"/>
          </p:nvPr>
        </p:nvSpPr>
        <p:spPr>
          <a:xfrm>
            <a:off x="1196898" y="6342708"/>
            <a:ext cx="21945600" cy="2475652"/>
          </a:xfrm>
          <a:prstGeom prst="rect">
            <a:avLst/>
          </a:prstGeom>
        </p:spPr>
        <p:txBody>
          <a:bodyPr>
            <a:normAutofit/>
          </a:bodyPr>
          <a:lstStyle>
            <a:lvl1pPr>
              <a:defRPr sz="6800" spc="-68"/>
            </a:lvl1pPr>
          </a:lstStyle>
          <a:p>
            <a:r>
              <a:rPr lang="en-US" sz="4400" dirty="0" err="1">
                <a:latin typeface="Arial" panose="020B0604020202020204" pitchFamily="34" charset="0"/>
                <a:cs typeface="Arial" panose="020B0604020202020204" pitchFamily="34" charset="0"/>
              </a:rPr>
              <a:t>Yunjung</a:t>
            </a:r>
            <a:r>
              <a:rPr lang="en-US" sz="4400" dirty="0">
                <a:latin typeface="Arial" panose="020B0604020202020204" pitchFamily="34" charset="0"/>
                <a:cs typeface="Arial" panose="020B0604020202020204" pitchFamily="34" charset="0"/>
              </a:rPr>
              <a:t> Jeong</a:t>
            </a:r>
          </a:p>
        </p:txBody>
      </p:sp>
      <p:pic>
        <p:nvPicPr>
          <p:cNvPr id="178" name="ui_kor_eng.svg" descr="ui_kor_eng.svg">
            <a:extLst>
              <a:ext uri="{FF2B5EF4-FFF2-40B4-BE49-F238E27FC236}">
                <a16:creationId xmlns:a16="http://schemas.microsoft.com/office/drawing/2014/main" id="{D19F379D-ACF2-BC9C-AC4C-88D448E95317}"/>
              </a:ext>
            </a:extLst>
          </p:cNvPr>
          <p:cNvPicPr>
            <a:picLocks noChangeAspect="1"/>
          </p:cNvPicPr>
          <p:nvPr/>
        </p:nvPicPr>
        <p:blipFill>
          <a:blip r:embed="rId3"/>
          <a:srcRect l="20301" t="62673" r="49648" b="28626"/>
          <a:stretch>
            <a:fillRect/>
          </a:stretch>
        </p:blipFill>
        <p:spPr>
          <a:xfrm>
            <a:off x="290004" y="123643"/>
            <a:ext cx="3109180" cy="1227469"/>
          </a:xfrm>
          <a:prstGeom prst="rect">
            <a:avLst/>
          </a:prstGeom>
          <a:ln w="12700">
            <a:miter lim="400000"/>
          </a:ln>
        </p:spPr>
      </p:pic>
      <p:sp>
        <p:nvSpPr>
          <p:cNvPr id="4" name="Name">
            <a:extLst>
              <a:ext uri="{FF2B5EF4-FFF2-40B4-BE49-F238E27FC236}">
                <a16:creationId xmlns:a16="http://schemas.microsoft.com/office/drawing/2014/main" id="{DCA5BEBF-35EA-CB12-2A3F-CA4921AF5198}"/>
              </a:ext>
            </a:extLst>
          </p:cNvPr>
          <p:cNvSpPr txBox="1">
            <a:spLocks/>
          </p:cNvSpPr>
          <p:nvPr/>
        </p:nvSpPr>
        <p:spPr>
          <a:xfrm>
            <a:off x="1219200" y="7410006"/>
            <a:ext cx="21945600" cy="2250593"/>
          </a:xfrm>
          <a:prstGeom prst="rect">
            <a:avLst/>
          </a:prstGeom>
          <a:ln w="12700">
            <a:miter lim="400000"/>
          </a:ln>
          <a:extLst>
            <a:ext uri="{C572A759-6A51-4108-AA02-DFA0A04FC94B}">
              <ma14:wrappingTextBoxFlag xmlns:ma14="http://schemas.microsoft.com/office/mac/drawingml/2011/main" xmlns:a14="http://schemas.microsoft.com/office/drawing/2010/main" xmlns:m="http://schemas.openxmlformats.org/officeDocument/2006/math" xmlns="" val="1"/>
            </a:ext>
          </a:extLst>
        </p:spPr>
        <p:txBody>
          <a:bodyPr lIns="50800" tIns="50800" rIns="50800" bIns="50800">
            <a:normAutofit/>
          </a:bodyPr>
          <a:lstStyle>
            <a:lvl1pPr marL="0" marR="0" indent="0" algn="ctr" defTabSz="825500" rtl="0" latinLnBrk="0">
              <a:lnSpc>
                <a:spcPct val="100000"/>
              </a:lnSpc>
              <a:spcBef>
                <a:spcPts val="0"/>
              </a:spcBef>
              <a:spcAft>
                <a:spcPts val="0"/>
              </a:spcAft>
              <a:buClrTx/>
              <a:buSzTx/>
              <a:buFontTx/>
              <a:buNone/>
              <a:tabLst/>
              <a:defRPr sz="6800" b="1" i="0" u="none" strike="noStrike" cap="none" spc="-68" baseline="0">
                <a:solidFill>
                  <a:srgbClr val="000000"/>
                </a:solidFill>
                <a:uFillTx/>
                <a:latin typeface="AvenirNext-DemiBold"/>
                <a:ea typeface="AvenirNext-DemiBold"/>
                <a:cs typeface="AvenirNext-DemiBold"/>
                <a:sym typeface="AvenirNext-DemiBold"/>
              </a:defRPr>
            </a:lvl1pPr>
            <a:lvl2pPr marL="0" marR="0" indent="457200" algn="ctr" defTabSz="825500" rtl="0" latinLnBrk="0">
              <a:lnSpc>
                <a:spcPct val="100000"/>
              </a:lnSpc>
              <a:spcBef>
                <a:spcPts val="0"/>
              </a:spcBef>
              <a:spcAft>
                <a:spcPts val="0"/>
              </a:spcAft>
              <a:buClrTx/>
              <a:buSzTx/>
              <a:buFontTx/>
              <a:buNone/>
              <a:tabLst/>
              <a:defRPr sz="6000" b="1" i="0" u="none" strike="noStrike" cap="none" spc="-59" baseline="0">
                <a:solidFill>
                  <a:srgbClr val="000000"/>
                </a:solidFill>
                <a:uFillTx/>
                <a:latin typeface="AvenirNext-DemiBold"/>
                <a:ea typeface="AvenirNext-DemiBold"/>
                <a:cs typeface="AvenirNext-DemiBold"/>
                <a:sym typeface="AvenirNext-DemiBold"/>
              </a:defRPr>
            </a:lvl2pPr>
            <a:lvl3pPr marL="0" marR="0" indent="914400" algn="ctr" defTabSz="825500" rtl="0" latinLnBrk="0">
              <a:lnSpc>
                <a:spcPct val="100000"/>
              </a:lnSpc>
              <a:spcBef>
                <a:spcPts val="0"/>
              </a:spcBef>
              <a:spcAft>
                <a:spcPts val="0"/>
              </a:spcAft>
              <a:buClrTx/>
              <a:buSzTx/>
              <a:buFontTx/>
              <a:buNone/>
              <a:tabLst/>
              <a:defRPr sz="6000" b="1" i="0" u="none" strike="noStrike" cap="none" spc="-59" baseline="0">
                <a:solidFill>
                  <a:srgbClr val="000000"/>
                </a:solidFill>
                <a:uFillTx/>
                <a:latin typeface="AvenirNext-DemiBold"/>
                <a:ea typeface="AvenirNext-DemiBold"/>
                <a:cs typeface="AvenirNext-DemiBold"/>
                <a:sym typeface="AvenirNext-DemiBold"/>
              </a:defRPr>
            </a:lvl3pPr>
            <a:lvl4pPr marL="0" marR="0" indent="1371600" algn="ctr" defTabSz="825500" rtl="0" latinLnBrk="0">
              <a:lnSpc>
                <a:spcPct val="100000"/>
              </a:lnSpc>
              <a:spcBef>
                <a:spcPts val="0"/>
              </a:spcBef>
              <a:spcAft>
                <a:spcPts val="0"/>
              </a:spcAft>
              <a:buClrTx/>
              <a:buSzTx/>
              <a:buFontTx/>
              <a:buNone/>
              <a:tabLst/>
              <a:defRPr sz="6000" b="1" i="0" u="none" strike="noStrike" cap="none" spc="-59" baseline="0">
                <a:solidFill>
                  <a:srgbClr val="000000"/>
                </a:solidFill>
                <a:uFillTx/>
                <a:latin typeface="AvenirNext-DemiBold"/>
                <a:ea typeface="AvenirNext-DemiBold"/>
                <a:cs typeface="AvenirNext-DemiBold"/>
                <a:sym typeface="AvenirNext-DemiBold"/>
              </a:defRPr>
            </a:lvl4pPr>
            <a:lvl5pPr marL="0" marR="0" indent="1828800" algn="ctr" defTabSz="825500" rtl="0" latinLnBrk="0">
              <a:lnSpc>
                <a:spcPct val="100000"/>
              </a:lnSpc>
              <a:spcBef>
                <a:spcPts val="0"/>
              </a:spcBef>
              <a:spcAft>
                <a:spcPts val="0"/>
              </a:spcAft>
              <a:buClrTx/>
              <a:buSzTx/>
              <a:buFontTx/>
              <a:buNone/>
              <a:tabLst/>
              <a:defRPr sz="6000" b="1" i="0" u="none" strike="noStrike" cap="none" spc="-59" baseline="0">
                <a:solidFill>
                  <a:srgbClr val="000000"/>
                </a:solidFill>
                <a:uFillTx/>
                <a:latin typeface="AvenirNext-DemiBold"/>
                <a:ea typeface="AvenirNext-DemiBold"/>
                <a:cs typeface="AvenirNext-DemiBold"/>
                <a:sym typeface="AvenirNext-DemiBold"/>
              </a:defRPr>
            </a:lvl5pPr>
            <a:lvl6pPr marL="3276600" marR="0" indent="-546100" algn="l" defTabSz="2438338" rtl="0" latinLnBrk="0">
              <a:lnSpc>
                <a:spcPct val="90000"/>
              </a:lnSpc>
              <a:spcBef>
                <a:spcPts val="2400"/>
              </a:spcBef>
              <a:spcAft>
                <a:spcPts val="0"/>
              </a:spcAft>
              <a:buClrTx/>
              <a:buSzPct val="150000"/>
              <a:buFontTx/>
              <a:buChar char="•"/>
              <a:tabLst/>
              <a:defRPr sz="4400" b="0" i="0" u="none" strike="noStrike" cap="none" spc="0" baseline="0">
                <a:solidFill>
                  <a:srgbClr val="000000"/>
                </a:solidFill>
                <a:uFillTx/>
                <a:latin typeface="Avenir Next Medium"/>
                <a:ea typeface="Avenir Next Medium"/>
                <a:cs typeface="Avenir Next Medium"/>
                <a:sym typeface="Avenir Next Medium"/>
              </a:defRPr>
            </a:lvl6pPr>
            <a:lvl7pPr marL="3822700" marR="0" indent="-546100" algn="l" defTabSz="2438338" rtl="0" latinLnBrk="0">
              <a:lnSpc>
                <a:spcPct val="90000"/>
              </a:lnSpc>
              <a:spcBef>
                <a:spcPts val="2400"/>
              </a:spcBef>
              <a:spcAft>
                <a:spcPts val="0"/>
              </a:spcAft>
              <a:buClrTx/>
              <a:buSzPct val="150000"/>
              <a:buFontTx/>
              <a:buChar char="•"/>
              <a:tabLst/>
              <a:defRPr sz="4400" b="0" i="0" u="none" strike="noStrike" cap="none" spc="0" baseline="0">
                <a:solidFill>
                  <a:srgbClr val="000000"/>
                </a:solidFill>
                <a:uFillTx/>
                <a:latin typeface="Avenir Next Medium"/>
                <a:ea typeface="Avenir Next Medium"/>
                <a:cs typeface="Avenir Next Medium"/>
                <a:sym typeface="Avenir Next Medium"/>
              </a:defRPr>
            </a:lvl7pPr>
            <a:lvl8pPr marL="4368800" marR="0" indent="-546100" algn="l" defTabSz="2438338" rtl="0" latinLnBrk="0">
              <a:lnSpc>
                <a:spcPct val="90000"/>
              </a:lnSpc>
              <a:spcBef>
                <a:spcPts val="2400"/>
              </a:spcBef>
              <a:spcAft>
                <a:spcPts val="0"/>
              </a:spcAft>
              <a:buClrTx/>
              <a:buSzPct val="150000"/>
              <a:buFontTx/>
              <a:buChar char="•"/>
              <a:tabLst/>
              <a:defRPr sz="4400" b="0" i="0" u="none" strike="noStrike" cap="none" spc="0" baseline="0">
                <a:solidFill>
                  <a:srgbClr val="000000"/>
                </a:solidFill>
                <a:uFillTx/>
                <a:latin typeface="Avenir Next Medium"/>
                <a:ea typeface="Avenir Next Medium"/>
                <a:cs typeface="Avenir Next Medium"/>
                <a:sym typeface="Avenir Next Medium"/>
              </a:defRPr>
            </a:lvl8pPr>
            <a:lvl9pPr marL="4914900" marR="0" indent="-546100" algn="l" defTabSz="2438338" rtl="0" latinLnBrk="0">
              <a:lnSpc>
                <a:spcPct val="90000"/>
              </a:lnSpc>
              <a:spcBef>
                <a:spcPts val="2400"/>
              </a:spcBef>
              <a:spcAft>
                <a:spcPts val="0"/>
              </a:spcAft>
              <a:buClrTx/>
              <a:buSzPct val="150000"/>
              <a:buFontTx/>
              <a:buChar char="•"/>
              <a:tabLst/>
              <a:defRPr sz="4400" b="0" i="0" u="none" strike="noStrike" cap="none" spc="0" baseline="0">
                <a:solidFill>
                  <a:srgbClr val="000000"/>
                </a:solidFill>
                <a:uFillTx/>
                <a:latin typeface="Avenir Next Medium"/>
                <a:ea typeface="Avenir Next Medium"/>
                <a:cs typeface="Avenir Next Medium"/>
                <a:sym typeface="Avenir Next Medium"/>
              </a:defRPr>
            </a:lvl9pPr>
          </a:lstStyle>
          <a:p>
            <a:pPr hangingPunct="1"/>
            <a:r>
              <a:rPr lang="en-US" sz="4000" dirty="0">
                <a:latin typeface="Arial" panose="020B0604020202020204" pitchFamily="34" charset="0"/>
                <a:cs typeface="Arial" panose="020B0604020202020204" pitchFamily="34" charset="0"/>
              </a:rPr>
              <a:t>2026. 07. 14</a:t>
            </a:r>
          </a:p>
        </p:txBody>
      </p:sp>
    </p:spTree>
    <p:extLst>
      <p:ext uri="{BB962C8B-B14F-4D97-AF65-F5344CB8AC3E}">
        <p14:creationId xmlns:p14="http://schemas.microsoft.com/office/powerpoint/2010/main" val="2562497968"/>
      </p:ext>
    </p:extLst>
  </p:cSld>
  <p:clrMapOvr>
    <a:masterClrMapping/>
  </p:clrMapOvr>
  <p:transition spd="med"/>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2" name="Title"/>
          <p:cNvSpPr txBox="1">
            <a:spLocks/>
          </p:cNvSpPr>
          <p:nvPr/>
        </p:nvSpPr>
        <p:spPr>
          <a:xfrm>
            <a:off x="700000" y="1040000"/>
            <a:ext cx="22980000" cy="940000"/>
          </a:xfrm>
          <a:prstGeom prst="rect">
            <a:avLst/>
          </a:prstGeom>
        </p:spPr>
        <p:txBody>
          <a:bodyPr lIns="50800" tIns="30000" rIns="50800" bIns="30000" anchor="ctr">
            <a:noAutofit/>
          </a:bodyPr>
          <a:lstStyle/>
          <a:p>
            <a:pPr algn="l"/>
            <a:r>
              <a:rPr lang="en-US" altLang="ko-KR" sz="5200" b="1" dirty="0">
                <a:latin typeface="AvenirNext-DemiBold"/>
                <a:ea typeface="AvenirNext-DemiBold"/>
                <a:cs typeface="AvenirNext-DemiBold"/>
              </a:rPr>
              <a:t>Last Meeting</a:t>
            </a:r>
            <a:endParaRPr lang="en-US" altLang="ko-KR" sz="5200" b="1" i="0" dirty="0">
              <a:solidFill>
                <a:srgbClr val="000000"/>
              </a:solidFill>
              <a:latin typeface="AvenirNext-DemiBold"/>
              <a:ea typeface="AvenirNext-DemiBold"/>
              <a:cs typeface="AvenirNext-DemiBold"/>
            </a:endParaRPr>
          </a:p>
        </p:txBody>
      </p:sp>
      <p:sp>
        <p:nvSpPr>
          <p:cNvPr id="14" name="Bullets"/>
          <p:cNvSpPr txBox="1">
            <a:spLocks/>
          </p:cNvSpPr>
          <p:nvPr/>
        </p:nvSpPr>
        <p:spPr>
          <a:xfrm>
            <a:off x="720000" y="2820000"/>
            <a:ext cx="22944000" cy="8400000"/>
          </a:xfrm>
          <a:prstGeom prst="rect">
            <a:avLst/>
          </a:prstGeom>
        </p:spPr>
        <p:txBody>
          <a:bodyPr lIns="50800" tIns="30000" rIns="50800" bIns="30000" anchor="t">
            <a:noAutofit/>
          </a:bodyPr>
          <a:lstStyle/>
          <a:p>
            <a:pPr marL="600000" indent="-600000" algn="l">
              <a:spcBef>
                <a:spcPts val="1900"/>
              </a:spcBef>
              <a:buFont typeface="Arial"/>
              <a:buChar char="•"/>
            </a:pPr>
            <a:r>
              <a:rPr lang="en-US" altLang="ko-KR" sz="4000" b="1" i="0" dirty="0">
                <a:solidFill>
                  <a:srgbClr val="26448A"/>
                </a:solidFill>
                <a:latin typeface="Avenir Next Medium"/>
                <a:ea typeface="Avenir Next Medium"/>
                <a:cs typeface="Avenir Next Medium"/>
              </a:rPr>
              <a:t>What I </a:t>
            </a:r>
            <a:r>
              <a:rPr lang="en-US" altLang="ko-KR" sz="4000" b="1" dirty="0">
                <a:solidFill>
                  <a:srgbClr val="26448A"/>
                </a:solidFill>
              </a:rPr>
              <a:t>did</a:t>
            </a:r>
            <a:endParaRPr lang="en-US" altLang="ko-KR" sz="4000" b="1" i="0" dirty="0">
              <a:solidFill>
                <a:srgbClr val="26448A"/>
              </a:solidFill>
              <a:latin typeface="Avenir Next Medium"/>
              <a:ea typeface="Avenir Next Medium"/>
              <a:cs typeface="Avenir Next Medium"/>
            </a:endParaRPr>
          </a:p>
          <a:p>
            <a:pPr marL="1260000" indent="-660000" algn="l">
              <a:spcBef>
                <a:spcPts val="900"/>
              </a:spcBef>
              <a:buFont typeface="Wingdings"/>
              <a:buChar char="Ø"/>
            </a:pPr>
            <a:r>
              <a:rPr lang="en-US" altLang="ko-KR" sz="3400" b="0" i="0" dirty="0">
                <a:solidFill>
                  <a:srgbClr val="000000"/>
                </a:solidFill>
                <a:latin typeface="Avenir Next Medium"/>
                <a:ea typeface="Avenir Next Medium"/>
                <a:cs typeface="Avenir Next Medium"/>
              </a:rPr>
              <a:t>Drone selection — Mavic 4 Pro vs Matrice 4E (echo vs RTK ground truth)</a:t>
            </a:r>
          </a:p>
          <a:p>
            <a:pPr marL="1260000" indent="-660000" algn="l">
              <a:spcBef>
                <a:spcPts val="900"/>
              </a:spcBef>
              <a:buFont typeface="Wingdings"/>
              <a:buChar char="Ø"/>
            </a:pPr>
            <a:r>
              <a:rPr lang="en-US" altLang="ko-KR" sz="3400" dirty="0"/>
              <a:t>Reviewed LaSen (SenSys '26) — the one 5G tracking paper, with RTK ground truth</a:t>
            </a:r>
            <a:endParaRPr lang="en-US" altLang="ko-KR" sz="3400" b="0" i="0" dirty="0">
              <a:solidFill>
                <a:srgbClr val="000000"/>
              </a:solidFill>
              <a:latin typeface="Avenir Next Medium"/>
              <a:ea typeface="Avenir Next Medium"/>
              <a:cs typeface="Avenir Next Medium"/>
            </a:endParaRPr>
          </a:p>
          <a:p>
            <a:pPr marL="600000" indent="-600000" algn="l">
              <a:spcBef>
                <a:spcPts val="1900"/>
              </a:spcBef>
              <a:buFont typeface="Arial"/>
              <a:buChar char="•"/>
            </a:pPr>
            <a:endParaRPr lang="en-US" altLang="ko-KR" sz="4000" b="1" i="0" dirty="0">
              <a:solidFill>
                <a:srgbClr val="26448A"/>
              </a:solidFill>
              <a:latin typeface="Avenir Next Medium"/>
              <a:ea typeface="Avenir Next Medium"/>
              <a:cs typeface="Avenir Next Medium"/>
            </a:endParaRPr>
          </a:p>
          <a:p>
            <a:pPr marL="600000" indent="-600000" algn="l">
              <a:spcBef>
                <a:spcPts val="1900"/>
              </a:spcBef>
              <a:buFont typeface="Arial"/>
              <a:buChar char="•"/>
            </a:pPr>
            <a:r>
              <a:rPr lang="en-US" altLang="ko-KR" sz="4000" b="1" i="0" dirty="0">
                <a:solidFill>
                  <a:srgbClr val="26448A"/>
                </a:solidFill>
                <a:latin typeface="Avenir Next Medium"/>
                <a:ea typeface="Avenir Next Medium"/>
                <a:cs typeface="Avenir Next Medium"/>
              </a:rPr>
              <a:t>What I planned</a:t>
            </a:r>
          </a:p>
          <a:p>
            <a:pPr marL="1260000" indent="-660000" algn="l">
              <a:spcBef>
                <a:spcPts val="900"/>
              </a:spcBef>
              <a:buFont typeface="Wingdings"/>
              <a:buChar char="Ø"/>
            </a:pPr>
            <a:r>
              <a:rPr lang="en-US" altLang="ko-KR" sz="3400" b="0" i="0" dirty="0">
                <a:solidFill>
                  <a:srgbClr val="000000"/>
                </a:solidFill>
                <a:latin typeface="Avenir Next Medium"/>
                <a:ea typeface="Avenir Next Medium"/>
                <a:cs typeface="Avenir Next Medium"/>
              </a:rPr>
              <a:t>Three parallel tracks — PHY anatomy, AI self-study, and the Sionna simulation</a:t>
            </a:r>
          </a:p>
          <a:p>
            <a:pPr marL="1260000" indent="-660000" algn="l">
              <a:spcBef>
                <a:spcPts val="900"/>
              </a:spcBef>
              <a:buFont typeface="Wingdings"/>
              <a:buChar char="Ø"/>
            </a:pPr>
            <a:r>
              <a:rPr lang="en-US" altLang="ko-KR" sz="3400" b="0" i="0" dirty="0">
                <a:solidFill>
                  <a:srgbClr val="000000"/>
                </a:solidFill>
                <a:latin typeface="Avenir Next Medium"/>
                <a:ea typeface="Avenir Next Medium"/>
                <a:cs typeface="Avenir Next Medium"/>
              </a:rPr>
              <a:t>Sionna: a controlled RD-map detection benchmark</a:t>
            </a:r>
          </a:p>
          <a:p>
            <a:pPr marL="1260000" indent="-660000" algn="l">
              <a:spcBef>
                <a:spcPts val="900"/>
              </a:spcBef>
              <a:buFont typeface="Wingdings"/>
              <a:buChar char="Ø"/>
            </a:pPr>
            <a:endParaRPr lang="en-US" altLang="ko-KR" sz="4000" b="1" i="0" dirty="0">
              <a:solidFill>
                <a:srgbClr val="26448A"/>
              </a:solidFill>
              <a:latin typeface="Avenir Next Medium"/>
              <a:ea typeface="Avenir Next Medium"/>
              <a:cs typeface="Avenir Next Medium"/>
            </a:endParaRPr>
          </a:p>
          <a:p>
            <a:pPr marL="600000" indent="-600000" algn="l">
              <a:spcBef>
                <a:spcPts val="1900"/>
              </a:spcBef>
              <a:buFont typeface="Arial"/>
              <a:buChar char="•"/>
            </a:pPr>
            <a:r>
              <a:rPr lang="en-US" altLang="ko-KR" sz="4000" b="1" i="0" dirty="0">
                <a:solidFill>
                  <a:srgbClr val="26448A"/>
                </a:solidFill>
                <a:latin typeface="Avenir Next Medium"/>
                <a:ea typeface="Avenir Next Medium"/>
                <a:cs typeface="Avenir Next Medium"/>
              </a:rPr>
              <a:t>Today</a:t>
            </a:r>
          </a:p>
          <a:p>
            <a:pPr marL="1260000" indent="-660000" algn="l">
              <a:spcBef>
                <a:spcPts val="900"/>
              </a:spcBef>
              <a:buFont typeface="Wingdings"/>
              <a:buChar char="Ø"/>
            </a:pPr>
            <a:r>
              <a:rPr lang="en-US" altLang="ko-KR" sz="3400" b="0" i="0" dirty="0">
                <a:solidFill>
                  <a:srgbClr val="000000"/>
                </a:solidFill>
                <a:latin typeface="Avenir Next Medium"/>
                <a:ea typeface="Avenir Next Medium"/>
                <a:cs typeface="Avenir Next Medium"/>
              </a:rPr>
              <a:t>Progress on Sionna — the chamber, the drone meshes, and the articulated micro-Doppler model</a:t>
            </a:r>
          </a:p>
          <a:p>
            <a:pPr marL="1260000" indent="-660000" algn="l">
              <a:spcBef>
                <a:spcPts val="900"/>
              </a:spcBef>
              <a:buFont typeface="Wingdings"/>
              <a:buChar char="Ø"/>
            </a:pPr>
            <a:r>
              <a:rPr lang="en-US" altLang="ko-KR" sz="3400" dirty="0"/>
              <a:t>Paper Introduction  </a:t>
            </a:r>
            <a:r>
              <a:rPr lang="en-US" altLang="ko-KR" sz="3400" b="0" i="0" dirty="0">
                <a:solidFill>
                  <a:srgbClr val="000000"/>
                </a:solidFill>
                <a:latin typeface="Avenir Next Medium"/>
                <a:ea typeface="Avenir Next Medium"/>
                <a:cs typeface="Avenir Next Medium"/>
              </a:rPr>
              <a:t>— From Denoising to De-Channeling (ICML 2026 Spotlight)</a:t>
            </a:r>
          </a:p>
        </p:txBody>
      </p:sp>
      <p:sp>
        <p:nvSpPr>
          <p:cNvPr id="3" name="Tag">
            <a:extLst>
              <a:ext uri="{FF2B5EF4-FFF2-40B4-BE49-F238E27FC236}">
                <a16:creationId xmlns:a16="http://schemas.microsoft.com/office/drawing/2014/main" id="{1FB3B99C-7F01-F4A5-EB67-C11BE3507E1A}"/>
              </a:ext>
            </a:extLst>
          </p:cNvPr>
          <p:cNvSpPr txBox="1">
            <a:spLocks/>
          </p:cNvSpPr>
          <p:nvPr/>
        </p:nvSpPr>
        <p:spPr>
          <a:xfrm>
            <a:off x="720000" y="450000"/>
            <a:ext cx="21000000" cy="600000"/>
          </a:xfrm>
          <a:prstGeom prst="rect">
            <a:avLst/>
          </a:prstGeom>
        </p:spPr>
        <p:txBody>
          <a:bodyPr lIns="50800" tIns="30000" rIns="50800" bIns="30000" anchor="ctr">
            <a:noAutofit/>
          </a:bodyPr>
          <a:lstStyle/>
          <a:p>
            <a:pPr algn="l"/>
            <a:r>
              <a:rPr lang="en-US" altLang="ko-KR" sz="2600" b="1" i="0" dirty="0">
                <a:solidFill>
                  <a:srgbClr val="2E74B5"/>
                </a:solidFill>
                <a:latin typeface="Avenir Next Medium"/>
                <a:ea typeface="Avenir Next Medium"/>
                <a:cs typeface="Avenir Next Medium"/>
              </a:rPr>
              <a:t>Recap</a:t>
            </a:r>
          </a:p>
        </p:txBody>
      </p:sp>
      <p:sp>
        <p:nvSpPr>
          <p:cNvPr id="4" name="슬라이드 번호 개체 틀 3">
            <a:extLst>
              <a:ext uri="{FF2B5EF4-FFF2-40B4-BE49-F238E27FC236}">
                <a16:creationId xmlns:a16="http://schemas.microsoft.com/office/drawing/2014/main" id="{6F31C79B-AA14-B5C0-E1E5-438903C06C75}"/>
              </a:ext>
            </a:extLst>
          </p:cNvPr>
          <p:cNvSpPr>
            <a:spLocks noGrp="1"/>
          </p:cNvSpPr>
          <p:nvPr>
            <p:ph type="sldNum" sz="quarter" idx="2"/>
          </p:nvPr>
        </p:nvSpPr>
        <p:spPr/>
        <p:txBody>
          <a:bodyPr/>
          <a:lstStyle/>
          <a:p>
            <a:fld id="{86CB4B4D-7CA3-9044-876B-883B54F8677D}" type="slidenum">
              <a:rPr lang="en-US" altLang="ko-KR" smtClean="0"/>
              <a:t>2</a:t>
            </a:fld>
            <a:r>
              <a:rPr lang="en-US" altLang="ko-KR"/>
              <a:t>/19</a:t>
            </a:r>
            <a:endParaRPr lang="ko-KR" altLang="en-US"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ag"/>
          <p:cNvSpPr txBox="1">
            <a:spLocks/>
          </p:cNvSpPr>
          <p:nvPr/>
        </p:nvSpPr>
        <p:spPr>
          <a:xfrm>
            <a:off x="720000" y="450000"/>
            <a:ext cx="21000000" cy="600000"/>
          </a:xfrm>
          <a:prstGeom prst="rect">
            <a:avLst/>
          </a:prstGeom>
        </p:spPr>
        <p:txBody>
          <a:bodyPr lIns="50800" tIns="30000" rIns="50800" bIns="30000" anchor="ctr">
            <a:noAutofit/>
          </a:bodyPr>
          <a:lstStyle/>
          <a:p>
            <a:pPr algn="l"/>
            <a:r>
              <a:rPr lang="en-US" altLang="ko-KR" sz="2600" b="1" i="0" dirty="0">
                <a:solidFill>
                  <a:srgbClr val="2E74B5"/>
                </a:solidFill>
                <a:latin typeface="Avenir Next Medium"/>
                <a:ea typeface="Avenir Next Medium"/>
                <a:cs typeface="Avenir Next Medium"/>
              </a:rPr>
              <a:t>Today</a:t>
            </a:r>
          </a:p>
        </p:txBody>
      </p:sp>
      <p:sp>
        <p:nvSpPr>
          <p:cNvPr id="12" name="Title"/>
          <p:cNvSpPr txBox="1">
            <a:spLocks/>
          </p:cNvSpPr>
          <p:nvPr/>
        </p:nvSpPr>
        <p:spPr>
          <a:xfrm>
            <a:off x="700000" y="1040000"/>
            <a:ext cx="22980000" cy="940000"/>
          </a:xfrm>
          <a:prstGeom prst="rect">
            <a:avLst/>
          </a:prstGeom>
        </p:spPr>
        <p:txBody>
          <a:bodyPr lIns="50800" tIns="30000" rIns="50800" bIns="30000" anchor="ctr">
            <a:noAutofit/>
          </a:bodyPr>
          <a:lstStyle/>
          <a:p>
            <a:pPr algn="l"/>
            <a:r>
              <a:rPr lang="en-US" altLang="ko-KR" sz="5200" b="1" dirty="0">
                <a:latin typeface="AvenirNext-DemiBold"/>
                <a:ea typeface="AvenirNext-DemiBold"/>
                <a:cs typeface="AvenirNext-DemiBold"/>
              </a:rPr>
              <a:t>Contents</a:t>
            </a:r>
            <a:endParaRPr lang="en-US" altLang="ko-KR" sz="5200" b="1" i="0" dirty="0">
              <a:solidFill>
                <a:srgbClr val="000000"/>
              </a:solidFill>
              <a:latin typeface="AvenirNext-DemiBold"/>
              <a:ea typeface="AvenirNext-DemiBold"/>
              <a:cs typeface="AvenirNext-DemiBold"/>
            </a:endParaRPr>
          </a:p>
        </p:txBody>
      </p:sp>
      <p:sp>
        <p:nvSpPr>
          <p:cNvPr id="14" name="Bullets"/>
          <p:cNvSpPr txBox="1">
            <a:spLocks/>
          </p:cNvSpPr>
          <p:nvPr/>
        </p:nvSpPr>
        <p:spPr>
          <a:xfrm>
            <a:off x="720000" y="2850000"/>
            <a:ext cx="22944000" cy="8600000"/>
          </a:xfrm>
          <a:prstGeom prst="rect">
            <a:avLst/>
          </a:prstGeom>
        </p:spPr>
        <p:txBody>
          <a:bodyPr lIns="50800" tIns="30000" rIns="50800" bIns="30000" anchor="t">
            <a:noAutofit/>
          </a:bodyPr>
          <a:lstStyle/>
          <a:p>
            <a:pPr marL="600000" indent="-600000" algn="l">
              <a:spcBef>
                <a:spcPts val="1900"/>
              </a:spcBef>
              <a:buFont typeface="Arial"/>
              <a:buChar char="•"/>
            </a:pPr>
            <a:r>
              <a:rPr lang="en-US" altLang="ko-KR" sz="4800" b="1" i="0" dirty="0">
                <a:solidFill>
                  <a:srgbClr val="26448A"/>
                </a:solidFill>
                <a:latin typeface="Avenir Next Medium"/>
                <a:ea typeface="Avenir Next Medium"/>
                <a:cs typeface="Avenir Next Medium"/>
              </a:rPr>
              <a:t>1 · Sionna Progress</a:t>
            </a:r>
          </a:p>
          <a:p>
            <a:pPr marL="1260000" indent="-660000" algn="l">
              <a:spcBef>
                <a:spcPts val="900"/>
              </a:spcBef>
              <a:buFont typeface="Wingdings"/>
              <a:buChar char="Ø"/>
            </a:pPr>
            <a:r>
              <a:rPr lang="en-US" altLang="ko-KR" sz="4000" b="0" i="0" dirty="0">
                <a:solidFill>
                  <a:srgbClr val="000000"/>
                </a:solidFill>
                <a:latin typeface="Avenir Next Medium"/>
                <a:ea typeface="Avenir Next Medium"/>
                <a:cs typeface="Avenir Next Medium"/>
              </a:rPr>
              <a:t>Two stages — the environment (chamber + drone meshes) and micro-Doppler</a:t>
            </a:r>
          </a:p>
          <a:p>
            <a:pPr marL="600000" indent="-600000" algn="l">
              <a:spcBef>
                <a:spcPts val="1000"/>
              </a:spcBef>
              <a:buFont typeface="Arial"/>
              <a:buChar char="•"/>
            </a:pPr>
            <a:endParaRPr lang="en-US" altLang="ko-KR" sz="2400" b="1" i="0" dirty="0">
              <a:solidFill>
                <a:srgbClr val="26448A"/>
              </a:solidFill>
              <a:latin typeface="Avenir Next Medium"/>
              <a:ea typeface="Avenir Next Medium"/>
              <a:cs typeface="Avenir Next Medium"/>
            </a:endParaRPr>
          </a:p>
          <a:p>
            <a:pPr marL="600000" indent="-600000" algn="l">
              <a:spcBef>
                <a:spcPts val="1900"/>
              </a:spcBef>
              <a:buFont typeface="Arial"/>
              <a:buChar char="•"/>
            </a:pPr>
            <a:endParaRPr lang="en-US" altLang="ko-KR" sz="4800" b="1" i="0" dirty="0">
              <a:solidFill>
                <a:srgbClr val="26448A"/>
              </a:solidFill>
              <a:latin typeface="Avenir Next Medium"/>
              <a:ea typeface="Avenir Next Medium"/>
              <a:cs typeface="Avenir Next Medium"/>
            </a:endParaRPr>
          </a:p>
          <a:p>
            <a:pPr marL="600000" indent="-600000" algn="l">
              <a:spcBef>
                <a:spcPts val="1900"/>
              </a:spcBef>
              <a:buFont typeface="Arial"/>
              <a:buChar char="•"/>
            </a:pPr>
            <a:r>
              <a:rPr lang="en-US" altLang="ko-KR" sz="4800" b="1" i="0" dirty="0">
                <a:solidFill>
                  <a:srgbClr val="26448A"/>
                </a:solidFill>
                <a:latin typeface="Avenir Next Medium"/>
                <a:ea typeface="Avenir Next Medium"/>
                <a:cs typeface="Avenir Next Medium"/>
              </a:rPr>
              <a:t>2 · Paper </a:t>
            </a:r>
            <a:r>
              <a:rPr lang="en-US" altLang="ko-KR" sz="4800" b="1" dirty="0">
                <a:solidFill>
                  <a:srgbClr val="26448A"/>
                </a:solidFill>
              </a:rPr>
              <a:t>Introduction</a:t>
            </a:r>
            <a:endParaRPr lang="en-US" altLang="ko-KR" sz="4800" b="1" i="0" dirty="0">
              <a:solidFill>
                <a:srgbClr val="26448A"/>
              </a:solidFill>
              <a:latin typeface="Avenir Next Medium"/>
              <a:ea typeface="Avenir Next Medium"/>
              <a:cs typeface="Avenir Next Medium"/>
            </a:endParaRPr>
          </a:p>
          <a:p>
            <a:pPr marL="1260000" indent="-660000" algn="l">
              <a:spcBef>
                <a:spcPts val="900"/>
              </a:spcBef>
              <a:buFont typeface="Wingdings"/>
              <a:buChar char="Ø"/>
            </a:pPr>
            <a:r>
              <a:rPr lang="en-US" altLang="ko-KR" sz="4000" b="0" i="0" dirty="0">
                <a:solidFill>
                  <a:srgbClr val="000000"/>
                </a:solidFill>
                <a:latin typeface="Avenir Next Medium"/>
                <a:ea typeface="Avenir Next Medium"/>
                <a:cs typeface="Avenir Next Medium"/>
              </a:rPr>
              <a:t>From Denoising to De-Channeling (ICML 2026) — physics-informed diffusion for WSR</a:t>
            </a:r>
          </a:p>
          <a:p>
            <a:pPr algn="l">
              <a:spcBef>
                <a:spcPts val="1000"/>
              </a:spcBef>
            </a:pPr>
            <a:endParaRPr lang="en-US" altLang="ko-KR" sz="2400" b="1" i="0" dirty="0">
              <a:solidFill>
                <a:srgbClr val="26448A"/>
              </a:solidFill>
              <a:latin typeface="Avenir Next Medium"/>
              <a:ea typeface="Avenir Next Medium"/>
              <a:cs typeface="Avenir Next Medium"/>
            </a:endParaRPr>
          </a:p>
        </p:txBody>
      </p:sp>
      <p:sp>
        <p:nvSpPr>
          <p:cNvPr id="3" name="슬라이드 번호 개체 틀 2">
            <a:extLst>
              <a:ext uri="{FF2B5EF4-FFF2-40B4-BE49-F238E27FC236}">
                <a16:creationId xmlns:a16="http://schemas.microsoft.com/office/drawing/2014/main" id="{453567E7-E142-0BFE-09F3-D69F04CEBBB4}"/>
              </a:ext>
            </a:extLst>
          </p:cNvPr>
          <p:cNvSpPr>
            <a:spLocks noGrp="1"/>
          </p:cNvSpPr>
          <p:nvPr>
            <p:ph type="sldNum" sz="quarter" idx="2"/>
          </p:nvPr>
        </p:nvSpPr>
        <p:spPr/>
        <p:txBody>
          <a:bodyPr/>
          <a:lstStyle/>
          <a:p>
            <a:fld id="{86CB4B4D-7CA3-9044-876B-883B54F8677D}" type="slidenum">
              <a:rPr lang="en-US" altLang="ko-KR" smtClean="0"/>
              <a:t>3</a:t>
            </a:fld>
            <a:r>
              <a:rPr lang="en-US" altLang="ko-KR"/>
              <a:t>/19</a:t>
            </a:r>
            <a:endParaRPr lang="ko-KR" altLang="en-US"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DivKicker"/>
          <p:cNvSpPr txBox="1">
            <a:spLocks/>
          </p:cNvSpPr>
          <p:nvPr/>
        </p:nvSpPr>
        <p:spPr>
          <a:xfrm>
            <a:off x="0" y="4050000"/>
            <a:ext cx="24384000" cy="760000"/>
          </a:xfrm>
          <a:prstGeom prst="rect">
            <a:avLst/>
          </a:prstGeom>
        </p:spPr>
        <p:txBody>
          <a:bodyPr lIns="50800" tIns="30000" rIns="50800" bIns="30000" anchor="ctr">
            <a:noAutofit/>
          </a:bodyPr>
          <a:lstStyle/>
          <a:p>
            <a:pPr algn="ctr"/>
            <a:r>
              <a:rPr lang="en-US" altLang="ko-KR" sz="3600" b="1" i="0" dirty="0">
                <a:solidFill>
                  <a:srgbClr val="2E74B5"/>
                </a:solidFill>
                <a:latin typeface="Avenir Next Medium"/>
                <a:ea typeface="Avenir Next Medium"/>
                <a:cs typeface="Avenir Next Medium"/>
              </a:rPr>
              <a:t>PROGRESS REPORT</a:t>
            </a:r>
          </a:p>
        </p:txBody>
      </p:sp>
      <p:sp>
        <p:nvSpPr>
          <p:cNvPr id="12" name="DivTitle"/>
          <p:cNvSpPr txBox="1">
            <a:spLocks/>
          </p:cNvSpPr>
          <p:nvPr/>
        </p:nvSpPr>
        <p:spPr>
          <a:xfrm>
            <a:off x="0" y="4850000"/>
            <a:ext cx="24384000" cy="1550000"/>
          </a:xfrm>
          <a:prstGeom prst="rect">
            <a:avLst/>
          </a:prstGeom>
        </p:spPr>
        <p:txBody>
          <a:bodyPr lIns="50800" tIns="30000" rIns="50800" bIns="30000" anchor="ctr">
            <a:noAutofit/>
          </a:bodyPr>
          <a:lstStyle/>
          <a:p>
            <a:pPr algn="ctr"/>
            <a:r>
              <a:rPr lang="en-US" altLang="ko-KR" sz="7200" b="1" i="0" dirty="0">
                <a:solidFill>
                  <a:srgbClr val="000000"/>
                </a:solidFill>
                <a:latin typeface="AvenirNext-DemiBold"/>
                <a:ea typeface="AvenirNext-DemiBold"/>
                <a:cs typeface="AvenirNext-DemiBold"/>
              </a:rPr>
              <a:t>Sionna Simulation</a:t>
            </a:r>
          </a:p>
        </p:txBody>
      </p:sp>
      <p:sp>
        <p:nvSpPr>
          <p:cNvPr id="13" name="DivSub"/>
          <p:cNvSpPr txBox="1">
            <a:spLocks/>
          </p:cNvSpPr>
          <p:nvPr/>
        </p:nvSpPr>
        <p:spPr>
          <a:xfrm>
            <a:off x="0" y="6520000"/>
            <a:ext cx="24384000" cy="820000"/>
          </a:xfrm>
          <a:prstGeom prst="rect">
            <a:avLst/>
          </a:prstGeom>
        </p:spPr>
        <p:txBody>
          <a:bodyPr lIns="50800" tIns="30000" rIns="50800" bIns="30000" anchor="ctr">
            <a:noAutofit/>
          </a:bodyPr>
          <a:lstStyle/>
          <a:p>
            <a:pPr algn="ctr"/>
            <a:r>
              <a:rPr lang="en-US" altLang="ko-KR" sz="4000" b="0" i="1" dirty="0">
                <a:solidFill>
                  <a:srgbClr val="595959"/>
                </a:solidFill>
                <a:latin typeface="Avenir Next Medium"/>
                <a:ea typeface="Avenir Next Medium"/>
                <a:cs typeface="Avenir Next Medium"/>
              </a:rPr>
              <a:t>From an empty chamber to a drone's radar signature — in two stages</a:t>
            </a:r>
          </a:p>
        </p:txBody>
      </p:sp>
      <p:sp>
        <p:nvSpPr>
          <p:cNvPr id="14" name="DivRoad"/>
          <p:cNvSpPr txBox="1">
            <a:spLocks/>
          </p:cNvSpPr>
          <p:nvPr/>
        </p:nvSpPr>
        <p:spPr>
          <a:xfrm>
            <a:off x="0" y="7780000"/>
            <a:ext cx="24384000" cy="820000"/>
          </a:xfrm>
          <a:prstGeom prst="rect">
            <a:avLst/>
          </a:prstGeom>
        </p:spPr>
        <p:txBody>
          <a:bodyPr lIns="50800" tIns="30000" rIns="50800" bIns="30000" anchor="ctr">
            <a:noAutofit/>
          </a:bodyPr>
          <a:lstStyle/>
          <a:p>
            <a:pPr algn="ctr"/>
            <a:r>
              <a:rPr lang="en-US" altLang="ko-KR" sz="3600" b="1" i="0" dirty="0">
                <a:solidFill>
                  <a:srgbClr val="26448A"/>
                </a:solidFill>
                <a:latin typeface="Avenir Next Medium"/>
                <a:ea typeface="Avenir Next Medium"/>
                <a:cs typeface="Avenir Next Medium"/>
              </a:rPr>
              <a:t>①  Environment          →          ②  Micro-Doppler</a:t>
            </a:r>
          </a:p>
        </p:txBody>
      </p:sp>
      <p:sp>
        <p:nvSpPr>
          <p:cNvPr id="3" name="슬라이드 번호 개체 틀 2">
            <a:extLst>
              <a:ext uri="{FF2B5EF4-FFF2-40B4-BE49-F238E27FC236}">
                <a16:creationId xmlns:a16="http://schemas.microsoft.com/office/drawing/2014/main" id="{38FF3B5A-98E6-0FC7-3827-D88D91057EFB}"/>
              </a:ext>
            </a:extLst>
          </p:cNvPr>
          <p:cNvSpPr>
            <a:spLocks noGrp="1"/>
          </p:cNvSpPr>
          <p:nvPr>
            <p:ph type="sldNum" sz="quarter" idx="2"/>
          </p:nvPr>
        </p:nvSpPr>
        <p:spPr/>
        <p:txBody>
          <a:bodyPr/>
          <a:lstStyle/>
          <a:p>
            <a:fld id="{86CB4B4D-7CA3-9044-876B-883B54F8677D}" type="slidenum">
              <a:rPr lang="en-US" altLang="ko-KR" smtClean="0"/>
              <a:t>4</a:t>
            </a:fld>
            <a:r>
              <a:rPr lang="en-US" altLang="ko-KR"/>
              <a:t>/19</a:t>
            </a:r>
            <a:endParaRPr lang="ko-KR" altLang="en-US"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ag"/>
          <p:cNvSpPr txBox="1">
            <a:spLocks/>
          </p:cNvSpPr>
          <p:nvPr/>
        </p:nvSpPr>
        <p:spPr>
          <a:xfrm>
            <a:off x="720000" y="450000"/>
            <a:ext cx="21000000" cy="600000"/>
          </a:xfrm>
          <a:prstGeom prst="rect">
            <a:avLst/>
          </a:prstGeom>
        </p:spPr>
        <p:txBody>
          <a:bodyPr lIns="50800" tIns="30000" rIns="50800" bIns="30000" anchor="ctr">
            <a:noAutofit/>
          </a:bodyPr>
          <a:lstStyle/>
          <a:p>
            <a:pPr algn="l"/>
            <a:r>
              <a:rPr lang="en-US" altLang="ko-KR" sz="2600" b="1" i="0" dirty="0">
                <a:solidFill>
                  <a:srgbClr val="2E74B5"/>
                </a:solidFill>
                <a:latin typeface="Avenir Next Medium"/>
                <a:ea typeface="Avenir Next Medium"/>
                <a:cs typeface="Avenir Next Medium"/>
              </a:rPr>
              <a:t>Sionna Progress · Overview</a:t>
            </a:r>
          </a:p>
        </p:txBody>
      </p:sp>
      <p:sp>
        <p:nvSpPr>
          <p:cNvPr id="12" name="Title"/>
          <p:cNvSpPr txBox="1">
            <a:spLocks/>
          </p:cNvSpPr>
          <p:nvPr/>
        </p:nvSpPr>
        <p:spPr>
          <a:xfrm>
            <a:off x="700000" y="1040000"/>
            <a:ext cx="22980000" cy="940000"/>
          </a:xfrm>
          <a:prstGeom prst="rect">
            <a:avLst/>
          </a:prstGeom>
        </p:spPr>
        <p:txBody>
          <a:bodyPr lIns="50800" tIns="30000" rIns="50800" bIns="30000" anchor="ctr">
            <a:noAutofit/>
          </a:bodyPr>
          <a:lstStyle/>
          <a:p>
            <a:pPr algn="l"/>
            <a:r>
              <a:rPr lang="en-US" altLang="ko-KR" sz="5200" b="1" dirty="0">
                <a:latin typeface="AvenirNext-DemiBold"/>
                <a:ea typeface="AvenirNext-DemiBold"/>
                <a:cs typeface="AvenirNext-DemiBold"/>
              </a:rPr>
              <a:t>Two Stages, Built on One Scene</a:t>
            </a:r>
            <a:endParaRPr lang="en-US" altLang="ko-KR" sz="5200" b="1" i="0" dirty="0">
              <a:solidFill>
                <a:srgbClr val="000000"/>
              </a:solidFill>
              <a:latin typeface="AvenirNext-DemiBold"/>
              <a:ea typeface="AvenirNext-DemiBold"/>
              <a:cs typeface="AvenirNext-DemiBold"/>
            </a:endParaRPr>
          </a:p>
        </p:txBody>
      </p:sp>
      <p:sp>
        <p:nvSpPr>
          <p:cNvPr id="41" name="L"/>
          <p:cNvSpPr txBox="1"/>
          <p:nvPr/>
        </p:nvSpPr>
        <p:spPr>
          <a:xfrm>
            <a:off x="720000" y="3150000"/>
            <a:ext cx="4900000" cy="1700000"/>
          </a:xfrm>
          <a:prstGeom prst="rect">
            <a:avLst/>
          </a:prstGeom>
        </p:spPr>
        <p:txBody>
          <a:bodyPr lIns="0" tIns="20000" rIns="40000" bIns="20000" anchor="ctr">
            <a:noAutofit/>
          </a:bodyPr>
          <a:lstStyle/>
          <a:p>
            <a:pPr algn="l"/>
            <a:r>
              <a:rPr lang="en-US" altLang="ko-KR" sz="2500" b="1" i="0" dirty="0">
                <a:solidFill>
                  <a:srgbClr val="26448A"/>
                </a:solidFill>
                <a:latin typeface="Avenir Next Medium"/>
                <a:ea typeface="Avenir Next Medium"/>
                <a:cs typeface="Avenir Next Medium"/>
              </a:rPr>
              <a:t>① Environment</a:t>
            </a:r>
          </a:p>
        </p:txBody>
      </p:sp>
      <p:sp>
        <p:nvSpPr>
          <p:cNvPr id="42" name="B"/>
          <p:cNvSpPr txBox="1"/>
          <p:nvPr/>
        </p:nvSpPr>
        <p:spPr>
          <a:xfrm>
            <a:off x="5900000" y="3150000"/>
            <a:ext cx="5400000" cy="1700000"/>
          </a:xfrm>
          <a:prstGeom prst="roundRect">
            <a:avLst/>
          </a:prstGeom>
          <a:solidFill>
            <a:srgbClr val="EAF1FB"/>
          </a:solidFill>
          <a:ln w="15875">
            <a:solidFill>
              <a:srgbClr val="2E74B5"/>
            </a:solidFill>
          </a:ln>
        </p:spPr>
        <p:txBody>
          <a:bodyPr lIns="80000" tIns="40000" rIns="80000" bIns="40000" anchor="ctr">
            <a:noAutofit/>
          </a:bodyPr>
          <a:lstStyle/>
          <a:p>
            <a:pPr algn="ctr"/>
            <a:r>
              <a:rPr lang="en-US" altLang="ko-KR" sz="2400" b="1" i="0" dirty="0">
                <a:solidFill>
                  <a:srgbClr val="26448A"/>
                </a:solidFill>
                <a:latin typeface="Avenir Next Medium"/>
                <a:ea typeface="Avenir Next Medium"/>
                <a:cs typeface="Avenir Next Medium"/>
              </a:rPr>
              <a:t>Shielded chamber</a:t>
            </a:r>
          </a:p>
        </p:txBody>
      </p:sp>
      <p:sp>
        <p:nvSpPr>
          <p:cNvPr id="43" name="A"/>
          <p:cNvSpPr txBox="1"/>
          <p:nvPr/>
        </p:nvSpPr>
        <p:spPr>
          <a:xfrm>
            <a:off x="11300000" y="3150000"/>
            <a:ext cx="782000" cy="1700000"/>
          </a:xfrm>
          <a:prstGeom prst="rect">
            <a:avLst/>
          </a:prstGeom>
        </p:spPr>
        <p:txBody>
          <a:bodyPr lIns="0" tIns="0" rIns="0" bIns="0" anchor="ctr">
            <a:noAutofit/>
          </a:bodyPr>
          <a:lstStyle/>
          <a:p>
            <a:pPr algn="ctr"/>
            <a:r>
              <a:rPr lang="en-US" altLang="ko-KR" sz="3600" b="1" i="0" dirty="0">
                <a:solidFill>
                  <a:srgbClr val="2E74B5"/>
                </a:solidFill>
                <a:latin typeface="Avenir Next Medium"/>
                <a:ea typeface="Avenir Next Medium"/>
                <a:cs typeface="Avenir Next Medium"/>
              </a:rPr>
              <a:t>→</a:t>
            </a:r>
          </a:p>
        </p:txBody>
      </p:sp>
      <p:sp>
        <p:nvSpPr>
          <p:cNvPr id="44" name="B"/>
          <p:cNvSpPr txBox="1"/>
          <p:nvPr/>
        </p:nvSpPr>
        <p:spPr>
          <a:xfrm>
            <a:off x="12082000" y="3150000"/>
            <a:ext cx="5400000" cy="1700000"/>
          </a:xfrm>
          <a:prstGeom prst="roundRect">
            <a:avLst/>
          </a:prstGeom>
          <a:solidFill>
            <a:srgbClr val="EAF1FB"/>
          </a:solidFill>
          <a:ln w="15875">
            <a:solidFill>
              <a:srgbClr val="2E74B5"/>
            </a:solidFill>
          </a:ln>
        </p:spPr>
        <p:txBody>
          <a:bodyPr lIns="80000" tIns="40000" rIns="80000" bIns="40000" anchor="ctr">
            <a:noAutofit/>
          </a:bodyPr>
          <a:lstStyle/>
          <a:p>
            <a:pPr algn="ctr"/>
            <a:r>
              <a:rPr lang="en-US" altLang="ko-KR" sz="2400" b="1" i="0" dirty="0">
                <a:solidFill>
                  <a:srgbClr val="26448A"/>
                </a:solidFill>
                <a:latin typeface="Avenir Next Medium"/>
                <a:ea typeface="Avenir Next Medium"/>
                <a:cs typeface="Avenir Next Medium"/>
              </a:rPr>
              <a:t>5 DJI meshes</a:t>
            </a:r>
          </a:p>
        </p:txBody>
      </p:sp>
      <p:sp>
        <p:nvSpPr>
          <p:cNvPr id="45" name="A"/>
          <p:cNvSpPr txBox="1"/>
          <p:nvPr/>
        </p:nvSpPr>
        <p:spPr>
          <a:xfrm>
            <a:off x="17482000" y="3150000"/>
            <a:ext cx="782000" cy="1700000"/>
          </a:xfrm>
          <a:prstGeom prst="rect">
            <a:avLst/>
          </a:prstGeom>
        </p:spPr>
        <p:txBody>
          <a:bodyPr lIns="0" tIns="0" rIns="0" bIns="0" anchor="ctr">
            <a:noAutofit/>
          </a:bodyPr>
          <a:lstStyle/>
          <a:p>
            <a:pPr algn="ctr"/>
            <a:r>
              <a:rPr lang="en-US" altLang="ko-KR" sz="3600" b="1" i="0" dirty="0">
                <a:solidFill>
                  <a:srgbClr val="2E74B5"/>
                </a:solidFill>
                <a:latin typeface="Avenir Next Medium"/>
                <a:ea typeface="Avenir Next Medium"/>
                <a:cs typeface="Avenir Next Medium"/>
              </a:rPr>
              <a:t>→</a:t>
            </a:r>
          </a:p>
        </p:txBody>
      </p:sp>
      <p:sp>
        <p:nvSpPr>
          <p:cNvPr id="46" name="B"/>
          <p:cNvSpPr txBox="1"/>
          <p:nvPr/>
        </p:nvSpPr>
        <p:spPr>
          <a:xfrm>
            <a:off x="18264000" y="3150000"/>
            <a:ext cx="5400000" cy="1700000"/>
          </a:xfrm>
          <a:prstGeom prst="roundRect">
            <a:avLst/>
          </a:prstGeom>
          <a:solidFill>
            <a:srgbClr val="EAF1FB"/>
          </a:solidFill>
          <a:ln w="15875">
            <a:solidFill>
              <a:srgbClr val="2E74B5"/>
            </a:solidFill>
          </a:ln>
        </p:spPr>
        <p:txBody>
          <a:bodyPr lIns="80000" tIns="40000" rIns="80000" bIns="40000" anchor="ctr">
            <a:noAutofit/>
          </a:bodyPr>
          <a:lstStyle/>
          <a:p>
            <a:pPr algn="ctr"/>
            <a:r>
              <a:rPr lang="en-US" altLang="ko-KR" sz="2400" b="1" i="0" dirty="0">
                <a:solidFill>
                  <a:srgbClr val="26448A"/>
                </a:solidFill>
                <a:latin typeface="Avenir Next Medium"/>
                <a:ea typeface="Avenir Next Medium"/>
                <a:cs typeface="Avenir Next Medium"/>
              </a:rPr>
              <a:t>RF materials</a:t>
            </a:r>
          </a:p>
        </p:txBody>
      </p:sp>
      <p:sp>
        <p:nvSpPr>
          <p:cNvPr id="53" name="L"/>
          <p:cNvSpPr txBox="1"/>
          <p:nvPr/>
        </p:nvSpPr>
        <p:spPr>
          <a:xfrm>
            <a:off x="720000" y="5500000"/>
            <a:ext cx="4900000" cy="1700000"/>
          </a:xfrm>
          <a:prstGeom prst="rect">
            <a:avLst/>
          </a:prstGeom>
        </p:spPr>
        <p:txBody>
          <a:bodyPr lIns="0" tIns="20000" rIns="40000" bIns="20000" anchor="ctr">
            <a:noAutofit/>
          </a:bodyPr>
          <a:lstStyle/>
          <a:p>
            <a:pPr algn="l"/>
            <a:r>
              <a:rPr lang="en-US" altLang="ko-KR" sz="2500" b="1" i="0" dirty="0">
                <a:solidFill>
                  <a:srgbClr val="26448A"/>
                </a:solidFill>
                <a:latin typeface="Avenir Next Medium"/>
                <a:ea typeface="Avenir Next Medium"/>
                <a:cs typeface="Avenir Next Medium"/>
              </a:rPr>
              <a:t>② Micro-Doppler</a:t>
            </a:r>
          </a:p>
        </p:txBody>
      </p:sp>
      <p:sp>
        <p:nvSpPr>
          <p:cNvPr id="54" name="B"/>
          <p:cNvSpPr txBox="1"/>
          <p:nvPr/>
        </p:nvSpPr>
        <p:spPr>
          <a:xfrm>
            <a:off x="5900000" y="5500000"/>
            <a:ext cx="5400000" cy="1700000"/>
          </a:xfrm>
          <a:prstGeom prst="roundRect">
            <a:avLst/>
          </a:prstGeom>
          <a:solidFill>
            <a:srgbClr val="EAF1FB"/>
          </a:solidFill>
          <a:ln w="15875">
            <a:solidFill>
              <a:srgbClr val="2E74B5"/>
            </a:solidFill>
          </a:ln>
        </p:spPr>
        <p:txBody>
          <a:bodyPr lIns="80000" tIns="40000" rIns="80000" bIns="40000" anchor="ctr">
            <a:noAutofit/>
          </a:bodyPr>
          <a:lstStyle/>
          <a:p>
            <a:pPr algn="ctr"/>
            <a:r>
              <a:rPr lang="en-US" altLang="ko-KR" sz="2400" b="1" i="0" dirty="0">
                <a:solidFill>
                  <a:srgbClr val="26448A"/>
                </a:solidFill>
                <a:latin typeface="Avenir Next Medium"/>
                <a:ea typeface="Avenir Next Medium"/>
                <a:cs typeface="Avenir Next Medium"/>
              </a:rPr>
              <a:t>Articulated drone</a:t>
            </a:r>
          </a:p>
        </p:txBody>
      </p:sp>
      <p:sp>
        <p:nvSpPr>
          <p:cNvPr id="55" name="A"/>
          <p:cNvSpPr txBox="1"/>
          <p:nvPr/>
        </p:nvSpPr>
        <p:spPr>
          <a:xfrm>
            <a:off x="11300000" y="5500000"/>
            <a:ext cx="782000" cy="1700000"/>
          </a:xfrm>
          <a:prstGeom prst="rect">
            <a:avLst/>
          </a:prstGeom>
        </p:spPr>
        <p:txBody>
          <a:bodyPr lIns="0" tIns="0" rIns="0" bIns="0" anchor="ctr">
            <a:noAutofit/>
          </a:bodyPr>
          <a:lstStyle/>
          <a:p>
            <a:pPr algn="ctr"/>
            <a:r>
              <a:rPr lang="en-US" altLang="ko-KR" sz="3600" b="1" i="0" dirty="0">
                <a:solidFill>
                  <a:srgbClr val="2E74B5"/>
                </a:solidFill>
                <a:latin typeface="Avenir Next Medium"/>
                <a:ea typeface="Avenir Next Medium"/>
                <a:cs typeface="Avenir Next Medium"/>
              </a:rPr>
              <a:t>→</a:t>
            </a:r>
          </a:p>
        </p:txBody>
      </p:sp>
      <p:sp>
        <p:nvSpPr>
          <p:cNvPr id="56" name="B"/>
          <p:cNvSpPr txBox="1"/>
          <p:nvPr/>
        </p:nvSpPr>
        <p:spPr>
          <a:xfrm>
            <a:off x="12082000" y="5500000"/>
            <a:ext cx="5400000" cy="1700000"/>
          </a:xfrm>
          <a:prstGeom prst="roundRect">
            <a:avLst/>
          </a:prstGeom>
          <a:solidFill>
            <a:srgbClr val="EAF1FB"/>
          </a:solidFill>
          <a:ln w="15875">
            <a:solidFill>
              <a:srgbClr val="2E74B5"/>
            </a:solidFill>
          </a:ln>
        </p:spPr>
        <p:txBody>
          <a:bodyPr lIns="80000" tIns="40000" rIns="80000" bIns="40000" anchor="ctr">
            <a:noAutofit/>
          </a:bodyPr>
          <a:lstStyle/>
          <a:p>
            <a:pPr algn="ctr"/>
            <a:r>
              <a:rPr lang="en-US" altLang="ko-KR" sz="2400" b="1" i="0" dirty="0">
                <a:solidFill>
                  <a:srgbClr val="26448A"/>
                </a:solidFill>
                <a:latin typeface="Avenir Next Medium"/>
                <a:ea typeface="Avenir Next Medium"/>
                <a:cs typeface="Avenir Next Medium"/>
              </a:rPr>
              <a:t>Blade flash</a:t>
            </a:r>
          </a:p>
          <a:p>
            <a:pPr algn="ctr">
              <a:spcBef>
                <a:spcPts val="200"/>
              </a:spcBef>
            </a:pPr>
            <a:r>
              <a:rPr lang="en-US" altLang="ko-KR" sz="1700" b="0" i="1" dirty="0">
                <a:solidFill>
                  <a:srgbClr val="595959"/>
                </a:solidFill>
                <a:latin typeface="Avenir Next Medium"/>
                <a:ea typeface="Avenir Next Medium"/>
                <a:cs typeface="Avenir Next Medium"/>
              </a:rPr>
              <a:t>+ tip Doppler</a:t>
            </a:r>
          </a:p>
        </p:txBody>
      </p:sp>
      <p:sp>
        <p:nvSpPr>
          <p:cNvPr id="57" name="A"/>
          <p:cNvSpPr txBox="1"/>
          <p:nvPr/>
        </p:nvSpPr>
        <p:spPr>
          <a:xfrm>
            <a:off x="17482000" y="5500000"/>
            <a:ext cx="782000" cy="1700000"/>
          </a:xfrm>
          <a:prstGeom prst="rect">
            <a:avLst/>
          </a:prstGeom>
        </p:spPr>
        <p:txBody>
          <a:bodyPr lIns="0" tIns="0" rIns="0" bIns="0" anchor="ctr">
            <a:noAutofit/>
          </a:bodyPr>
          <a:lstStyle/>
          <a:p>
            <a:pPr algn="ctr"/>
            <a:r>
              <a:rPr lang="en-US" altLang="ko-KR" sz="3600" b="1" i="0" dirty="0">
                <a:solidFill>
                  <a:srgbClr val="2E74B5"/>
                </a:solidFill>
                <a:latin typeface="Avenir Next Medium"/>
                <a:ea typeface="Avenir Next Medium"/>
                <a:cs typeface="Avenir Next Medium"/>
              </a:rPr>
              <a:t>→</a:t>
            </a:r>
          </a:p>
        </p:txBody>
      </p:sp>
      <p:sp>
        <p:nvSpPr>
          <p:cNvPr id="58" name="B"/>
          <p:cNvSpPr txBox="1"/>
          <p:nvPr/>
        </p:nvSpPr>
        <p:spPr>
          <a:xfrm>
            <a:off x="18264000" y="5500000"/>
            <a:ext cx="5400000" cy="1700000"/>
          </a:xfrm>
          <a:prstGeom prst="roundRect">
            <a:avLst/>
          </a:prstGeom>
          <a:solidFill>
            <a:srgbClr val="EAF1FB"/>
          </a:solidFill>
          <a:ln w="15875">
            <a:solidFill>
              <a:srgbClr val="2E74B5"/>
            </a:solidFill>
          </a:ln>
        </p:spPr>
        <p:txBody>
          <a:bodyPr lIns="80000" tIns="40000" rIns="80000" bIns="40000" anchor="ctr">
            <a:noAutofit/>
          </a:bodyPr>
          <a:lstStyle/>
          <a:p>
            <a:pPr algn="ctr"/>
            <a:r>
              <a:rPr lang="en-US" altLang="ko-KR" sz="2400" b="1" i="0" dirty="0">
                <a:solidFill>
                  <a:srgbClr val="26448A"/>
                </a:solidFill>
                <a:latin typeface="Avenir Next Medium"/>
                <a:ea typeface="Avenir Next Medium"/>
                <a:cs typeface="Avenir Next Medium"/>
              </a:rPr>
              <a:t>PX4 / Gazebo basis</a:t>
            </a:r>
          </a:p>
        </p:txBody>
      </p:sp>
      <p:sp>
        <p:nvSpPr>
          <p:cNvPr id="3" name="슬라이드 번호 개체 틀 2">
            <a:extLst>
              <a:ext uri="{FF2B5EF4-FFF2-40B4-BE49-F238E27FC236}">
                <a16:creationId xmlns:a16="http://schemas.microsoft.com/office/drawing/2014/main" id="{B4D319FC-14F6-DB38-5437-13D5AAD32ED3}"/>
              </a:ext>
            </a:extLst>
          </p:cNvPr>
          <p:cNvSpPr>
            <a:spLocks noGrp="1"/>
          </p:cNvSpPr>
          <p:nvPr>
            <p:ph type="sldNum" sz="quarter" idx="2"/>
          </p:nvPr>
        </p:nvSpPr>
        <p:spPr/>
        <p:txBody>
          <a:bodyPr/>
          <a:lstStyle/>
          <a:p>
            <a:fld id="{86CB4B4D-7CA3-9044-876B-883B54F8677D}" type="slidenum">
              <a:rPr lang="en-US" altLang="ko-KR" smtClean="0"/>
              <a:t>5</a:t>
            </a:fld>
            <a:r>
              <a:rPr lang="en-US" altLang="ko-KR"/>
              <a:t>/19</a:t>
            </a:r>
            <a:endParaRPr lang="ko-KR" altLang="en-US"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ag"/>
          <p:cNvSpPr txBox="1">
            <a:spLocks/>
          </p:cNvSpPr>
          <p:nvPr/>
        </p:nvSpPr>
        <p:spPr>
          <a:xfrm>
            <a:off x="720000" y="450000"/>
            <a:ext cx="21000000" cy="600000"/>
          </a:xfrm>
          <a:prstGeom prst="rect">
            <a:avLst/>
          </a:prstGeom>
        </p:spPr>
        <p:txBody>
          <a:bodyPr lIns="50800" tIns="30000" rIns="50800" bIns="30000" anchor="ctr">
            <a:noAutofit/>
          </a:bodyPr>
          <a:lstStyle/>
          <a:p>
            <a:pPr algn="l"/>
            <a:r>
              <a:rPr lang="en-US" altLang="ko-KR" sz="2600" b="1" i="0" dirty="0">
                <a:solidFill>
                  <a:srgbClr val="2E74B5"/>
                </a:solidFill>
                <a:latin typeface="Avenir Next Medium"/>
                <a:ea typeface="Avenir Next Medium"/>
                <a:cs typeface="Avenir Next Medium"/>
              </a:rPr>
              <a:t>Stage 1 · Environment</a:t>
            </a:r>
          </a:p>
        </p:txBody>
      </p:sp>
      <p:sp>
        <p:nvSpPr>
          <p:cNvPr id="12" name="Title"/>
          <p:cNvSpPr txBox="1">
            <a:spLocks/>
          </p:cNvSpPr>
          <p:nvPr/>
        </p:nvSpPr>
        <p:spPr>
          <a:xfrm>
            <a:off x="700000" y="1040000"/>
            <a:ext cx="22980000" cy="940000"/>
          </a:xfrm>
          <a:prstGeom prst="rect">
            <a:avLst/>
          </a:prstGeom>
        </p:spPr>
        <p:txBody>
          <a:bodyPr lIns="50800" tIns="30000" rIns="50800" bIns="30000" anchor="ctr">
            <a:noAutofit/>
          </a:bodyPr>
          <a:lstStyle/>
          <a:p>
            <a:pPr algn="l"/>
            <a:r>
              <a:rPr lang="en-US" altLang="ko-KR" sz="5200" b="1" i="0" dirty="0">
                <a:solidFill>
                  <a:srgbClr val="000000"/>
                </a:solidFill>
                <a:latin typeface="AvenirNext-DemiBold"/>
                <a:ea typeface="AvenirNext-DemiBold"/>
                <a:cs typeface="AvenirNext-DemiBold"/>
              </a:rPr>
              <a:t>The RF Playground — a Shielded Chamber</a:t>
            </a:r>
          </a:p>
        </p:txBody>
      </p:sp>
      <p:sp>
        <p:nvSpPr>
          <p:cNvPr id="13" name="Subtitle"/>
          <p:cNvSpPr txBox="1">
            <a:spLocks/>
          </p:cNvSpPr>
          <p:nvPr/>
        </p:nvSpPr>
        <p:spPr>
          <a:xfrm>
            <a:off x="760000" y="2040000"/>
            <a:ext cx="22600000" cy="700000"/>
          </a:xfrm>
          <a:prstGeom prst="rect">
            <a:avLst/>
          </a:prstGeom>
        </p:spPr>
        <p:txBody>
          <a:bodyPr lIns="50800" tIns="30000" rIns="50800" bIns="30000" anchor="ctr">
            <a:noAutofit/>
          </a:bodyPr>
          <a:lstStyle/>
          <a:p>
            <a:pPr algn="l"/>
            <a:r>
              <a:rPr lang="en-US" altLang="ko-KR" sz="3300" b="1" i="1" dirty="0">
                <a:solidFill>
                  <a:srgbClr val="C00000"/>
                </a:solidFill>
                <a:latin typeface="Avenir Next Medium"/>
                <a:ea typeface="Avenir Next Medium"/>
                <a:cs typeface="Avenir Next Medium"/>
              </a:rPr>
              <a:t>30 × 20 × 11 m shielded room</a:t>
            </a:r>
          </a:p>
        </p:txBody>
      </p:sp>
      <p:pic>
        <p:nvPicPr>
          <p:cNvPr id="20" name="chamber_render"/>
          <p:cNvPicPr>
            <a:picLocks noChangeAspect="1"/>
          </p:cNvPicPr>
          <p:nvPr/>
        </p:nvPicPr>
        <p:blipFill>
          <a:blip r:embed="rId3"/>
          <a:stretch>
            <a:fillRect/>
          </a:stretch>
        </p:blipFill>
        <p:spPr>
          <a:xfrm>
            <a:off x="-485775" y="2753814"/>
            <a:ext cx="10748513" cy="8061384"/>
          </a:xfrm>
          <a:prstGeom prst="rect">
            <a:avLst/>
          </a:prstGeom>
        </p:spPr>
      </p:pic>
      <p:pic>
        <p:nvPicPr>
          <p:cNvPr id="21" name="chamber_plan"/>
          <p:cNvPicPr>
            <a:picLocks noChangeAspect="1"/>
          </p:cNvPicPr>
          <p:nvPr/>
        </p:nvPicPr>
        <p:blipFill>
          <a:blip r:embed="rId4"/>
          <a:stretch>
            <a:fillRect/>
          </a:stretch>
        </p:blipFill>
        <p:spPr>
          <a:xfrm>
            <a:off x="10262738" y="3511153"/>
            <a:ext cx="14184536" cy="6546709"/>
          </a:xfrm>
          <a:prstGeom prst="rect">
            <a:avLst/>
          </a:prstGeom>
        </p:spPr>
      </p:pic>
      <p:sp>
        <p:nvSpPr>
          <p:cNvPr id="14" name="Cap"/>
          <p:cNvSpPr txBox="1">
            <a:spLocks/>
          </p:cNvSpPr>
          <p:nvPr/>
        </p:nvSpPr>
        <p:spPr>
          <a:xfrm>
            <a:off x="760000" y="10697676"/>
            <a:ext cx="22944000" cy="560000"/>
          </a:xfrm>
          <a:prstGeom prst="rect">
            <a:avLst/>
          </a:prstGeom>
        </p:spPr>
        <p:txBody>
          <a:bodyPr lIns="50800" tIns="30000" rIns="50800" bIns="30000" anchor="ctr">
            <a:noAutofit/>
          </a:bodyPr>
          <a:lstStyle/>
          <a:p>
            <a:pPr algn="ctr"/>
            <a:r>
              <a:rPr lang="en-US" altLang="ko-KR" sz="2000" b="0" i="1" dirty="0">
                <a:solidFill>
                  <a:srgbClr val="595959"/>
                </a:solidFill>
                <a:latin typeface="Avenir Next Medium"/>
                <a:ea typeface="Avenir Next Medium"/>
                <a:cs typeface="Avenir Next Medium"/>
              </a:rPr>
              <a:t>Sionna render of the chamber (left) · dimensioned plan &amp; elevation (right) — modelled on a real facility</a:t>
            </a:r>
          </a:p>
        </p:txBody>
      </p:sp>
      <p:sp>
        <p:nvSpPr>
          <p:cNvPr id="3" name="슬라이드 번호 개체 틀 2">
            <a:extLst>
              <a:ext uri="{FF2B5EF4-FFF2-40B4-BE49-F238E27FC236}">
                <a16:creationId xmlns:a16="http://schemas.microsoft.com/office/drawing/2014/main" id="{0F15EBE6-09B6-5771-515C-2528A12FBAD8}"/>
              </a:ext>
            </a:extLst>
          </p:cNvPr>
          <p:cNvSpPr>
            <a:spLocks noGrp="1"/>
          </p:cNvSpPr>
          <p:nvPr>
            <p:ph type="sldNum" sz="quarter" idx="2"/>
          </p:nvPr>
        </p:nvSpPr>
        <p:spPr/>
        <p:txBody>
          <a:bodyPr/>
          <a:lstStyle/>
          <a:p>
            <a:fld id="{86CB4B4D-7CA3-9044-876B-883B54F8677D}" type="slidenum">
              <a:rPr lang="en-US" altLang="ko-KR" smtClean="0"/>
              <a:t>6</a:t>
            </a:fld>
            <a:r>
              <a:rPr lang="en-US" altLang="ko-KR"/>
              <a:t>/19</a:t>
            </a:r>
            <a:endParaRPr lang="ko-KR" altLang="en-US"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ag"/>
          <p:cNvSpPr txBox="1">
            <a:spLocks/>
          </p:cNvSpPr>
          <p:nvPr/>
        </p:nvSpPr>
        <p:spPr>
          <a:xfrm>
            <a:off x="720000" y="450000"/>
            <a:ext cx="21000000" cy="600000"/>
          </a:xfrm>
          <a:prstGeom prst="rect">
            <a:avLst/>
          </a:prstGeom>
        </p:spPr>
        <p:txBody>
          <a:bodyPr lIns="50800" tIns="30000" rIns="50800" bIns="30000" anchor="ctr">
            <a:noAutofit/>
          </a:bodyPr>
          <a:lstStyle/>
          <a:p>
            <a:pPr algn="l"/>
            <a:r>
              <a:rPr lang="en-US" altLang="ko-KR" sz="2600" b="1" i="0" dirty="0">
                <a:solidFill>
                  <a:srgbClr val="2E74B5"/>
                </a:solidFill>
                <a:latin typeface="Avenir Next Medium"/>
                <a:ea typeface="Avenir Next Medium"/>
                <a:cs typeface="Avenir Next Medium"/>
              </a:rPr>
              <a:t>Stage 1 · Spec-Driven Meshes</a:t>
            </a:r>
          </a:p>
        </p:txBody>
      </p:sp>
      <p:sp>
        <p:nvSpPr>
          <p:cNvPr id="12" name="Title"/>
          <p:cNvSpPr txBox="1">
            <a:spLocks/>
          </p:cNvSpPr>
          <p:nvPr/>
        </p:nvSpPr>
        <p:spPr>
          <a:xfrm>
            <a:off x="700000" y="1040000"/>
            <a:ext cx="22980000" cy="940000"/>
          </a:xfrm>
          <a:prstGeom prst="rect">
            <a:avLst/>
          </a:prstGeom>
        </p:spPr>
        <p:txBody>
          <a:bodyPr lIns="50800" tIns="30000" rIns="50800" bIns="30000" anchor="ctr">
            <a:noAutofit/>
          </a:bodyPr>
          <a:lstStyle/>
          <a:p>
            <a:pPr algn="l"/>
            <a:r>
              <a:rPr lang="en-US" altLang="ko-KR" sz="5200" b="1" i="0" dirty="0">
                <a:solidFill>
                  <a:srgbClr val="000000"/>
                </a:solidFill>
                <a:latin typeface="AvenirNext-DemiBold"/>
                <a:ea typeface="AvenirNext-DemiBold"/>
                <a:cs typeface="AvenirNext-DemiBold"/>
              </a:rPr>
              <a:t>From a Spec Sheet to a 3D Mesh</a:t>
            </a:r>
          </a:p>
        </p:txBody>
      </p:sp>
      <p:sp>
        <p:nvSpPr>
          <p:cNvPr id="13" name="Subtitle"/>
          <p:cNvSpPr txBox="1">
            <a:spLocks/>
          </p:cNvSpPr>
          <p:nvPr/>
        </p:nvSpPr>
        <p:spPr>
          <a:xfrm>
            <a:off x="760000" y="2040000"/>
            <a:ext cx="22600000" cy="700000"/>
          </a:xfrm>
          <a:prstGeom prst="rect">
            <a:avLst/>
          </a:prstGeom>
        </p:spPr>
        <p:txBody>
          <a:bodyPr lIns="50800" tIns="30000" rIns="50800" bIns="30000" anchor="ctr">
            <a:noAutofit/>
          </a:bodyPr>
          <a:lstStyle/>
          <a:p>
            <a:pPr algn="l"/>
            <a:r>
              <a:rPr lang="en-US" altLang="ko-KR" sz="3300" b="1" i="1" dirty="0">
                <a:solidFill>
                  <a:srgbClr val="C00000"/>
                </a:solidFill>
                <a:latin typeface="Avenir Next Medium"/>
                <a:ea typeface="Avenir Next Medium"/>
                <a:cs typeface="Avenir Next Medium"/>
              </a:rPr>
              <a:t>Real published specs → built into an exact 3D model</a:t>
            </a:r>
          </a:p>
        </p:txBody>
      </p:sp>
      <p:pic>
        <p:nvPicPr>
          <p:cNvPr id="20" name="build_card"/>
          <p:cNvPicPr>
            <a:picLocks noChangeAspect="1"/>
          </p:cNvPicPr>
          <p:nvPr/>
        </p:nvPicPr>
        <p:blipFill>
          <a:blip r:embed="rId3"/>
          <a:stretch>
            <a:fillRect/>
          </a:stretch>
        </p:blipFill>
        <p:spPr>
          <a:xfrm>
            <a:off x="11566925" y="3621952"/>
            <a:ext cx="12355962" cy="7793761"/>
          </a:xfrm>
          <a:prstGeom prst="rect">
            <a:avLst/>
          </a:prstGeom>
        </p:spPr>
      </p:pic>
      <p:pic>
        <p:nvPicPr>
          <p:cNvPr id="3" name="그림 2">
            <a:extLst>
              <a:ext uri="{FF2B5EF4-FFF2-40B4-BE49-F238E27FC236}">
                <a16:creationId xmlns:a16="http://schemas.microsoft.com/office/drawing/2014/main" id="{B1E7B2DA-7EE1-034C-51F6-ECD7206C1B33}"/>
              </a:ext>
            </a:extLst>
          </p:cNvPr>
          <p:cNvPicPr>
            <a:picLocks noChangeAspect="1"/>
          </p:cNvPicPr>
          <p:nvPr/>
        </p:nvPicPr>
        <p:blipFill>
          <a:blip r:embed="rId4"/>
          <a:stretch>
            <a:fillRect/>
          </a:stretch>
        </p:blipFill>
        <p:spPr>
          <a:xfrm>
            <a:off x="1024000" y="2740000"/>
            <a:ext cx="9986962" cy="9794013"/>
          </a:xfrm>
          <a:prstGeom prst="rect">
            <a:avLst/>
          </a:prstGeom>
        </p:spPr>
      </p:pic>
      <p:sp>
        <p:nvSpPr>
          <p:cNvPr id="4" name="슬라이드 번호 개체 틀 3">
            <a:extLst>
              <a:ext uri="{FF2B5EF4-FFF2-40B4-BE49-F238E27FC236}">
                <a16:creationId xmlns:a16="http://schemas.microsoft.com/office/drawing/2014/main" id="{89C8FDE4-4A56-1279-9E11-D50D8F0632F8}"/>
              </a:ext>
            </a:extLst>
          </p:cNvPr>
          <p:cNvSpPr>
            <a:spLocks noGrp="1"/>
          </p:cNvSpPr>
          <p:nvPr>
            <p:ph type="sldNum" sz="quarter" idx="2"/>
          </p:nvPr>
        </p:nvSpPr>
        <p:spPr/>
        <p:txBody>
          <a:bodyPr/>
          <a:lstStyle/>
          <a:p>
            <a:fld id="{86CB4B4D-7CA3-9044-876B-883B54F8677D}" type="slidenum">
              <a:rPr lang="en-US" altLang="ko-KR" smtClean="0"/>
              <a:t>7</a:t>
            </a:fld>
            <a:r>
              <a:rPr lang="en-US" altLang="ko-KR"/>
              <a:t>/19</a:t>
            </a:r>
            <a:endParaRPr lang="ko-KR" altLang="en-US"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ag"/>
          <p:cNvSpPr txBox="1">
            <a:spLocks/>
          </p:cNvSpPr>
          <p:nvPr/>
        </p:nvSpPr>
        <p:spPr>
          <a:xfrm>
            <a:off x="720000" y="450000"/>
            <a:ext cx="21000000" cy="600000"/>
          </a:xfrm>
          <a:prstGeom prst="rect">
            <a:avLst/>
          </a:prstGeom>
        </p:spPr>
        <p:txBody>
          <a:bodyPr lIns="50800" tIns="30000" rIns="50800" bIns="30000" anchor="ctr">
            <a:noAutofit/>
          </a:bodyPr>
          <a:lstStyle/>
          <a:p>
            <a:pPr algn="l"/>
            <a:r>
              <a:rPr lang="en-US" altLang="ko-KR" sz="2600" b="1" i="0" dirty="0">
                <a:solidFill>
                  <a:srgbClr val="2E74B5"/>
                </a:solidFill>
                <a:latin typeface="Avenir Next Medium"/>
                <a:ea typeface="Avenir Next Medium"/>
                <a:cs typeface="Avenir Next Medium"/>
              </a:rPr>
              <a:t>Stage 1 · Drone Meshes</a:t>
            </a:r>
          </a:p>
        </p:txBody>
      </p:sp>
      <p:sp>
        <p:nvSpPr>
          <p:cNvPr id="12" name="Title"/>
          <p:cNvSpPr txBox="1">
            <a:spLocks/>
          </p:cNvSpPr>
          <p:nvPr/>
        </p:nvSpPr>
        <p:spPr>
          <a:xfrm>
            <a:off x="700000" y="1040000"/>
            <a:ext cx="22980000" cy="940000"/>
          </a:xfrm>
          <a:prstGeom prst="rect">
            <a:avLst/>
          </a:prstGeom>
        </p:spPr>
        <p:txBody>
          <a:bodyPr lIns="50800" tIns="30000" rIns="50800" bIns="30000" anchor="ctr">
            <a:noAutofit/>
          </a:bodyPr>
          <a:lstStyle/>
          <a:p>
            <a:pPr algn="l"/>
            <a:r>
              <a:rPr lang="en-US" altLang="ko-KR" sz="5200" b="1" i="0" dirty="0">
                <a:solidFill>
                  <a:srgbClr val="000000"/>
                </a:solidFill>
                <a:latin typeface="AvenirNext-DemiBold"/>
                <a:ea typeface="AvenirNext-DemiBold"/>
                <a:cs typeface="AvenirNext-DemiBold"/>
              </a:rPr>
              <a:t>DJI Drone Meshes — Five Real Models</a:t>
            </a:r>
          </a:p>
        </p:txBody>
      </p:sp>
      <p:pic>
        <p:nvPicPr>
          <p:cNvPr id="20" name="turntable"/>
          <p:cNvPicPr>
            <a:picLocks noChangeAspect="1"/>
          </p:cNvPicPr>
          <p:nvPr/>
        </p:nvPicPr>
        <p:blipFill>
          <a:blip r:embed="rId3"/>
          <a:srcRect l="14677" r="11891"/>
          <a:stretch>
            <a:fillRect/>
          </a:stretch>
        </p:blipFill>
        <p:spPr>
          <a:xfrm>
            <a:off x="2079504" y="4332606"/>
            <a:ext cx="20304991" cy="4602464"/>
          </a:xfrm>
          <a:prstGeom prst="rect">
            <a:avLst/>
          </a:prstGeom>
        </p:spPr>
      </p:pic>
      <p:sp>
        <p:nvSpPr>
          <p:cNvPr id="14" name="Cap"/>
          <p:cNvSpPr txBox="1">
            <a:spLocks/>
          </p:cNvSpPr>
          <p:nvPr/>
        </p:nvSpPr>
        <p:spPr>
          <a:xfrm>
            <a:off x="760000" y="10697676"/>
            <a:ext cx="22944000" cy="560000"/>
          </a:xfrm>
          <a:prstGeom prst="rect">
            <a:avLst/>
          </a:prstGeom>
        </p:spPr>
        <p:txBody>
          <a:bodyPr lIns="50800" tIns="30000" rIns="50800" bIns="30000" anchor="ctr">
            <a:noAutofit/>
          </a:bodyPr>
          <a:lstStyle/>
          <a:p>
            <a:pPr algn="ctr"/>
            <a:r>
              <a:rPr lang="en-US" altLang="ko-KR" sz="2000" b="0" i="1" dirty="0">
                <a:solidFill>
                  <a:srgbClr val="595959"/>
                </a:solidFill>
                <a:latin typeface="Avenir Next Medium"/>
                <a:ea typeface="Avenir Next Medium"/>
                <a:cs typeface="Avenir Next Medium"/>
              </a:rPr>
              <a:t>Meshes rotating (shape comparison) — 4-rotor quads vs the 8-rotor S1000+; each part is its own RF material</a:t>
            </a:r>
          </a:p>
        </p:txBody>
      </p:sp>
      <p:sp>
        <p:nvSpPr>
          <p:cNvPr id="3" name="슬라이드 번호 개체 틀 2">
            <a:extLst>
              <a:ext uri="{FF2B5EF4-FFF2-40B4-BE49-F238E27FC236}">
                <a16:creationId xmlns:a16="http://schemas.microsoft.com/office/drawing/2014/main" id="{F427BCB5-B590-C175-2AEA-3ACFCAD50783}"/>
              </a:ext>
            </a:extLst>
          </p:cNvPr>
          <p:cNvSpPr>
            <a:spLocks noGrp="1"/>
          </p:cNvSpPr>
          <p:nvPr>
            <p:ph type="sldNum" sz="quarter" idx="2"/>
          </p:nvPr>
        </p:nvSpPr>
        <p:spPr/>
        <p:txBody>
          <a:bodyPr/>
          <a:lstStyle/>
          <a:p>
            <a:fld id="{86CB4B4D-7CA3-9044-876B-883B54F8677D}" type="slidenum">
              <a:rPr lang="en-US" altLang="ko-KR" smtClean="0"/>
              <a:t>8</a:t>
            </a:fld>
            <a:r>
              <a:rPr lang="en-US" altLang="ko-KR"/>
              <a:t>/19</a:t>
            </a:r>
            <a:endParaRPr lang="ko-KR" altLang="en-US"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84EC4A21-6FFB-0E0C-C794-084CEB8A01C9}"/>
            </a:ext>
          </a:extLst>
        </p:cNvPr>
        <p:cNvGrpSpPr/>
        <p:nvPr/>
      </p:nvGrpSpPr>
      <p:grpSpPr>
        <a:xfrm>
          <a:off x="0" y="0"/>
          <a:ext cx="0" cy="0"/>
          <a:chOff x="0" y="0"/>
          <a:chExt cx="0" cy="0"/>
        </a:xfrm>
      </p:grpSpPr>
      <p:sp>
        <p:nvSpPr>
          <p:cNvPr id="11" name="Tag">
            <a:extLst>
              <a:ext uri="{FF2B5EF4-FFF2-40B4-BE49-F238E27FC236}">
                <a16:creationId xmlns:a16="http://schemas.microsoft.com/office/drawing/2014/main" id="{A81D60AF-3409-42AC-33DB-83171C4C956B}"/>
              </a:ext>
            </a:extLst>
          </p:cNvPr>
          <p:cNvSpPr txBox="1">
            <a:spLocks/>
          </p:cNvSpPr>
          <p:nvPr/>
        </p:nvSpPr>
        <p:spPr>
          <a:xfrm>
            <a:off x="720000" y="450000"/>
            <a:ext cx="21000000" cy="600000"/>
          </a:xfrm>
          <a:prstGeom prst="rect">
            <a:avLst/>
          </a:prstGeom>
        </p:spPr>
        <p:txBody>
          <a:bodyPr lIns="50800" tIns="30000" rIns="50800" bIns="30000" anchor="ctr">
            <a:noAutofit/>
          </a:bodyPr>
          <a:lstStyle/>
          <a:p>
            <a:pPr algn="l"/>
            <a:r>
              <a:rPr lang="en-US" altLang="ko-KR" sz="2600" b="1" i="0" dirty="0">
                <a:solidFill>
                  <a:srgbClr val="2E74B5"/>
                </a:solidFill>
                <a:latin typeface="Avenir Next Medium"/>
                <a:ea typeface="Avenir Next Medium"/>
                <a:cs typeface="Avenir Next Medium"/>
              </a:rPr>
              <a:t>Stage 1 · Drone Meshes</a:t>
            </a:r>
          </a:p>
        </p:txBody>
      </p:sp>
      <p:sp>
        <p:nvSpPr>
          <p:cNvPr id="12" name="Title">
            <a:extLst>
              <a:ext uri="{FF2B5EF4-FFF2-40B4-BE49-F238E27FC236}">
                <a16:creationId xmlns:a16="http://schemas.microsoft.com/office/drawing/2014/main" id="{17162CFD-6A59-4360-EE81-72E194C1D721}"/>
              </a:ext>
            </a:extLst>
          </p:cNvPr>
          <p:cNvSpPr txBox="1">
            <a:spLocks/>
          </p:cNvSpPr>
          <p:nvPr/>
        </p:nvSpPr>
        <p:spPr>
          <a:xfrm>
            <a:off x="700000" y="1040000"/>
            <a:ext cx="22980000" cy="940000"/>
          </a:xfrm>
          <a:prstGeom prst="rect">
            <a:avLst/>
          </a:prstGeom>
        </p:spPr>
        <p:txBody>
          <a:bodyPr lIns="50800" tIns="30000" rIns="50800" bIns="30000" anchor="ctr">
            <a:noAutofit/>
          </a:bodyPr>
          <a:lstStyle/>
          <a:p>
            <a:pPr algn="l"/>
            <a:r>
              <a:rPr lang="en-US" altLang="ko-KR" sz="5200" b="1" i="0" dirty="0">
                <a:solidFill>
                  <a:srgbClr val="000000"/>
                </a:solidFill>
                <a:latin typeface="AvenirNext-DemiBold"/>
                <a:ea typeface="AvenirNext-DemiBold"/>
                <a:cs typeface="AvenirNext-DemiBold"/>
              </a:rPr>
              <a:t>DJI Drone Meshes — Five Real Models</a:t>
            </a:r>
          </a:p>
        </p:txBody>
      </p:sp>
      <p:pic>
        <p:nvPicPr>
          <p:cNvPr id="3" name="그림 2">
            <a:extLst>
              <a:ext uri="{FF2B5EF4-FFF2-40B4-BE49-F238E27FC236}">
                <a16:creationId xmlns:a16="http://schemas.microsoft.com/office/drawing/2014/main" id="{31A76158-953A-2AA4-E2D0-1B8E0E64BF09}"/>
              </a:ext>
            </a:extLst>
          </p:cNvPr>
          <p:cNvPicPr>
            <a:picLocks noChangeAspect="1"/>
          </p:cNvPicPr>
          <p:nvPr/>
        </p:nvPicPr>
        <p:blipFill>
          <a:blip r:embed="rId3"/>
          <a:stretch>
            <a:fillRect/>
          </a:stretch>
        </p:blipFill>
        <p:spPr>
          <a:xfrm>
            <a:off x="3890401" y="1980001"/>
            <a:ext cx="16599199" cy="10073693"/>
          </a:xfrm>
          <a:prstGeom prst="rect">
            <a:avLst/>
          </a:prstGeom>
        </p:spPr>
      </p:pic>
      <p:sp>
        <p:nvSpPr>
          <p:cNvPr id="4" name="슬라이드 번호 개체 틀 3">
            <a:extLst>
              <a:ext uri="{FF2B5EF4-FFF2-40B4-BE49-F238E27FC236}">
                <a16:creationId xmlns:a16="http://schemas.microsoft.com/office/drawing/2014/main" id="{C45839B7-DD88-3BBD-97A3-E51BFE7E4BF6}"/>
              </a:ext>
            </a:extLst>
          </p:cNvPr>
          <p:cNvSpPr>
            <a:spLocks noGrp="1"/>
          </p:cNvSpPr>
          <p:nvPr>
            <p:ph type="sldNum" sz="quarter" idx="2"/>
          </p:nvPr>
        </p:nvSpPr>
        <p:spPr/>
        <p:txBody>
          <a:bodyPr/>
          <a:lstStyle/>
          <a:p>
            <a:fld id="{86CB4B4D-7CA3-9044-876B-883B54F8677D}" type="slidenum">
              <a:rPr lang="en-US" altLang="ko-KR" smtClean="0"/>
              <a:t>9</a:t>
            </a:fld>
            <a:r>
              <a:rPr lang="en-US" altLang="ko-KR"/>
              <a:t>/19</a:t>
            </a:r>
            <a:endParaRPr lang="ko-KR" altLang="en-US" dirty="0"/>
          </a:p>
        </p:txBody>
      </p:sp>
    </p:spTree>
    <p:extLst>
      <p:ext uri="{BB962C8B-B14F-4D97-AF65-F5344CB8AC3E}">
        <p14:creationId xmlns:p14="http://schemas.microsoft.com/office/powerpoint/2010/main" val="308631987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5A92DD3-0297-1320-BE63-3A308AE34431}"/>
            </a:ext>
          </a:extLst>
        </p:cNvPr>
        <p:cNvGrpSpPr/>
        <p:nvPr/>
      </p:nvGrpSpPr>
      <p:grpSpPr>
        <a:xfrm>
          <a:off x="0" y="0"/>
          <a:ext cx="0" cy="0"/>
          <a:chOff x="0" y="0"/>
          <a:chExt cx="0" cy="0"/>
        </a:xfrm>
      </p:grpSpPr>
      <p:sp>
        <p:nvSpPr>
          <p:cNvPr id="11" name="Tag">
            <a:extLst>
              <a:ext uri="{FF2B5EF4-FFF2-40B4-BE49-F238E27FC236}">
                <a16:creationId xmlns:a16="http://schemas.microsoft.com/office/drawing/2014/main" id="{DBBE20D7-65C6-E9F5-BD3C-3E79489D0860}"/>
              </a:ext>
            </a:extLst>
          </p:cNvPr>
          <p:cNvSpPr txBox="1">
            <a:spLocks/>
          </p:cNvSpPr>
          <p:nvPr/>
        </p:nvSpPr>
        <p:spPr>
          <a:xfrm>
            <a:off x="720000" y="450000"/>
            <a:ext cx="21000000" cy="600000"/>
          </a:xfrm>
          <a:prstGeom prst="rect">
            <a:avLst/>
          </a:prstGeom>
        </p:spPr>
        <p:txBody>
          <a:bodyPr lIns="50800" tIns="30000" rIns="50800" bIns="30000" anchor="ctr">
            <a:noAutofit/>
          </a:bodyPr>
          <a:lstStyle/>
          <a:p>
            <a:pPr algn="l"/>
            <a:r>
              <a:rPr lang="en-US" altLang="ko-KR" sz="2600" b="1" i="0" dirty="0">
                <a:solidFill>
                  <a:srgbClr val="2E74B5"/>
                </a:solidFill>
                <a:latin typeface="Avenir Next Medium"/>
                <a:ea typeface="Avenir Next Medium"/>
                <a:cs typeface="Avenir Next Medium"/>
              </a:rPr>
              <a:t>Stage 1 · Drone Meshes</a:t>
            </a:r>
          </a:p>
        </p:txBody>
      </p:sp>
      <p:sp>
        <p:nvSpPr>
          <p:cNvPr id="12" name="Title">
            <a:extLst>
              <a:ext uri="{FF2B5EF4-FFF2-40B4-BE49-F238E27FC236}">
                <a16:creationId xmlns:a16="http://schemas.microsoft.com/office/drawing/2014/main" id="{A34C369D-8F9D-B5CD-5CD8-FB8EC2C9DA19}"/>
              </a:ext>
            </a:extLst>
          </p:cNvPr>
          <p:cNvSpPr txBox="1">
            <a:spLocks/>
          </p:cNvSpPr>
          <p:nvPr/>
        </p:nvSpPr>
        <p:spPr>
          <a:xfrm>
            <a:off x="700000" y="1040000"/>
            <a:ext cx="22980000" cy="940000"/>
          </a:xfrm>
          <a:prstGeom prst="rect">
            <a:avLst/>
          </a:prstGeom>
        </p:spPr>
        <p:txBody>
          <a:bodyPr lIns="50800" tIns="30000" rIns="50800" bIns="30000" anchor="ctr">
            <a:noAutofit/>
          </a:bodyPr>
          <a:lstStyle/>
          <a:p>
            <a:pPr algn="l"/>
            <a:r>
              <a:rPr lang="en-US" altLang="ko-KR" sz="5200" b="1" i="0" dirty="0">
                <a:solidFill>
                  <a:srgbClr val="000000"/>
                </a:solidFill>
                <a:latin typeface="AvenirNext-DemiBold"/>
                <a:ea typeface="AvenirNext-DemiBold"/>
                <a:cs typeface="AvenirNext-DemiBold"/>
              </a:rPr>
              <a:t>DJI Drone Meshes — Five Real Models</a:t>
            </a:r>
          </a:p>
        </p:txBody>
      </p:sp>
      <p:pic>
        <p:nvPicPr>
          <p:cNvPr id="4" name="그림 3">
            <a:extLst>
              <a:ext uri="{FF2B5EF4-FFF2-40B4-BE49-F238E27FC236}">
                <a16:creationId xmlns:a16="http://schemas.microsoft.com/office/drawing/2014/main" id="{70B24D19-B346-7DAD-4E41-01CD62121F2C}"/>
              </a:ext>
            </a:extLst>
          </p:cNvPr>
          <p:cNvPicPr>
            <a:picLocks noChangeAspect="1"/>
          </p:cNvPicPr>
          <p:nvPr/>
        </p:nvPicPr>
        <p:blipFill>
          <a:blip r:embed="rId3"/>
          <a:stretch>
            <a:fillRect/>
          </a:stretch>
        </p:blipFill>
        <p:spPr>
          <a:xfrm>
            <a:off x="3254964" y="2404521"/>
            <a:ext cx="17664523" cy="9892132"/>
          </a:xfrm>
          <a:prstGeom prst="rect">
            <a:avLst/>
          </a:prstGeom>
        </p:spPr>
      </p:pic>
      <p:sp>
        <p:nvSpPr>
          <p:cNvPr id="3" name="슬라이드 번호 개체 틀 2">
            <a:extLst>
              <a:ext uri="{FF2B5EF4-FFF2-40B4-BE49-F238E27FC236}">
                <a16:creationId xmlns:a16="http://schemas.microsoft.com/office/drawing/2014/main" id="{DA32AFEF-DF1C-F780-362D-B3B0255CE957}"/>
              </a:ext>
            </a:extLst>
          </p:cNvPr>
          <p:cNvSpPr>
            <a:spLocks noGrp="1"/>
          </p:cNvSpPr>
          <p:nvPr>
            <p:ph type="sldNum" sz="quarter" idx="2"/>
          </p:nvPr>
        </p:nvSpPr>
        <p:spPr/>
        <p:txBody>
          <a:bodyPr/>
          <a:lstStyle/>
          <a:p>
            <a:fld id="{86CB4B4D-7CA3-9044-876B-883B54F8677D}" type="slidenum">
              <a:rPr lang="en-US" altLang="ko-KR" smtClean="0"/>
              <a:t>10</a:t>
            </a:fld>
            <a:r>
              <a:rPr lang="en-US" altLang="ko-KR"/>
              <a:t>/19</a:t>
            </a:r>
            <a:endParaRPr lang="ko-KR" altLang="en-US" dirty="0"/>
          </a:p>
        </p:txBody>
      </p:sp>
    </p:spTree>
    <p:extLst>
      <p:ext uri="{BB962C8B-B14F-4D97-AF65-F5344CB8AC3E}">
        <p14:creationId xmlns:p14="http://schemas.microsoft.com/office/powerpoint/2010/main" val="3702322409"/>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ag"/>
          <p:cNvSpPr txBox="1">
            <a:spLocks/>
          </p:cNvSpPr>
          <p:nvPr/>
        </p:nvSpPr>
        <p:spPr>
          <a:xfrm>
            <a:off x="720000" y="450000"/>
            <a:ext cx="21000000" cy="600000"/>
          </a:xfrm>
          <a:prstGeom prst="rect">
            <a:avLst/>
          </a:prstGeom>
        </p:spPr>
        <p:txBody>
          <a:bodyPr lIns="50800" tIns="30000" rIns="50800" bIns="30000" anchor="ctr">
            <a:noAutofit/>
          </a:bodyPr>
          <a:lstStyle/>
          <a:p>
            <a:pPr algn="l"/>
            <a:r>
              <a:rPr lang="en-US" altLang="ko-KR" sz="2600" b="1" i="0" dirty="0">
                <a:solidFill>
                  <a:srgbClr val="2E74B5"/>
                </a:solidFill>
                <a:latin typeface="Avenir Next Medium"/>
                <a:ea typeface="Avenir Next Medium"/>
                <a:cs typeface="Avenir Next Medium"/>
              </a:rPr>
              <a:t>Stage 3 · Articulation</a:t>
            </a:r>
          </a:p>
        </p:txBody>
      </p:sp>
      <p:sp>
        <p:nvSpPr>
          <p:cNvPr id="12" name="Title"/>
          <p:cNvSpPr txBox="1">
            <a:spLocks/>
          </p:cNvSpPr>
          <p:nvPr/>
        </p:nvSpPr>
        <p:spPr>
          <a:xfrm>
            <a:off x="700000" y="1040000"/>
            <a:ext cx="22980000" cy="940000"/>
          </a:xfrm>
          <a:prstGeom prst="rect">
            <a:avLst/>
          </a:prstGeom>
        </p:spPr>
        <p:txBody>
          <a:bodyPr lIns="50800" tIns="30000" rIns="50800" bIns="30000" anchor="ctr">
            <a:noAutofit/>
          </a:bodyPr>
          <a:lstStyle/>
          <a:p>
            <a:pPr algn="l"/>
            <a:r>
              <a:rPr lang="en-US" altLang="ko-KR" sz="5200" b="1" i="0" dirty="0">
                <a:solidFill>
                  <a:srgbClr val="000000"/>
                </a:solidFill>
                <a:latin typeface="AvenirNext-DemiBold"/>
                <a:ea typeface="AvenirNext-DemiBold"/>
                <a:cs typeface="AvenirNext-DemiBold"/>
              </a:rPr>
              <a:t>An Articulated Drone — Body ⟂ Props</a:t>
            </a:r>
          </a:p>
        </p:txBody>
      </p:sp>
      <p:sp>
        <p:nvSpPr>
          <p:cNvPr id="13" name="Subtitle"/>
          <p:cNvSpPr txBox="1">
            <a:spLocks/>
          </p:cNvSpPr>
          <p:nvPr/>
        </p:nvSpPr>
        <p:spPr>
          <a:xfrm>
            <a:off x="760000" y="2040000"/>
            <a:ext cx="22600000" cy="700000"/>
          </a:xfrm>
          <a:prstGeom prst="rect">
            <a:avLst/>
          </a:prstGeom>
        </p:spPr>
        <p:txBody>
          <a:bodyPr lIns="50800" tIns="30000" rIns="50800" bIns="30000" anchor="ctr">
            <a:noAutofit/>
          </a:bodyPr>
          <a:lstStyle/>
          <a:p>
            <a:pPr algn="l"/>
            <a:r>
              <a:rPr lang="en-US" altLang="ko-KR" sz="3300" b="1" i="1" dirty="0">
                <a:solidFill>
                  <a:srgbClr val="C00000"/>
                </a:solidFill>
                <a:latin typeface="Avenir Next Medium"/>
                <a:ea typeface="Avenir Next Medium"/>
                <a:cs typeface="Avenir Next Medium"/>
              </a:rPr>
              <a:t>Body tilt and rotor spin move on their own — here, both at once</a:t>
            </a:r>
          </a:p>
        </p:txBody>
      </p:sp>
      <p:pic>
        <p:nvPicPr>
          <p:cNvPr id="20" name="articulation_gif"/>
          <p:cNvPicPr>
            <a:picLocks noChangeAspect="1"/>
          </p:cNvPicPr>
          <p:nvPr/>
        </p:nvPicPr>
        <p:blipFill>
          <a:blip r:embed="rId3"/>
          <a:stretch>
            <a:fillRect/>
          </a:stretch>
        </p:blipFill>
        <p:spPr>
          <a:xfrm>
            <a:off x="7797137" y="2964274"/>
            <a:ext cx="8869725" cy="8869725"/>
          </a:xfrm>
          <a:prstGeom prst="rect">
            <a:avLst/>
          </a:prstGeom>
        </p:spPr>
      </p:pic>
      <p:sp>
        <p:nvSpPr>
          <p:cNvPr id="14" name="Cap"/>
          <p:cNvSpPr txBox="1">
            <a:spLocks/>
          </p:cNvSpPr>
          <p:nvPr/>
        </p:nvSpPr>
        <p:spPr>
          <a:xfrm>
            <a:off x="760000" y="10697676"/>
            <a:ext cx="22944000" cy="560000"/>
          </a:xfrm>
          <a:prstGeom prst="rect">
            <a:avLst/>
          </a:prstGeom>
        </p:spPr>
        <p:txBody>
          <a:bodyPr lIns="50800" tIns="30000" rIns="50800" bIns="30000" anchor="ctr">
            <a:noAutofit/>
          </a:bodyPr>
          <a:lstStyle/>
          <a:p>
            <a:pPr algn="ctr"/>
            <a:r>
              <a:rPr lang="en-US" altLang="ko-KR" sz="2000" b="0" i="1" dirty="0">
                <a:solidFill>
                  <a:srgbClr val="595959"/>
                </a:solidFill>
                <a:latin typeface="Avenir Next Medium"/>
                <a:ea typeface="Avenir Next Medium"/>
                <a:cs typeface="Avenir Next Medium"/>
              </a:rPr>
              <a:t>Mavic 4 Pro: the body wobbles (roll/pitch/yaw) while the props keep spinning — two independent degrees of freedom</a:t>
            </a:r>
          </a:p>
        </p:txBody>
      </p:sp>
      <p:sp>
        <p:nvSpPr>
          <p:cNvPr id="3" name="슬라이드 번호 개체 틀 2">
            <a:extLst>
              <a:ext uri="{FF2B5EF4-FFF2-40B4-BE49-F238E27FC236}">
                <a16:creationId xmlns:a16="http://schemas.microsoft.com/office/drawing/2014/main" id="{655C329E-8B86-F877-AC64-312D58303332}"/>
              </a:ext>
            </a:extLst>
          </p:cNvPr>
          <p:cNvSpPr>
            <a:spLocks noGrp="1"/>
          </p:cNvSpPr>
          <p:nvPr>
            <p:ph type="sldNum" sz="quarter" idx="2"/>
          </p:nvPr>
        </p:nvSpPr>
        <p:spPr/>
        <p:txBody>
          <a:bodyPr/>
          <a:lstStyle/>
          <a:p>
            <a:fld id="{86CB4B4D-7CA3-9044-876B-883B54F8677D}" type="slidenum">
              <a:rPr lang="en-US" altLang="ko-KR" smtClean="0"/>
              <a:t>13</a:t>
            </a:fld>
            <a:r>
              <a:rPr lang="en-US" altLang="ko-KR"/>
              <a:t>/19</a:t>
            </a:r>
            <a:endParaRPr lang="ko-KR" altLang="en-US"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ag"/>
          <p:cNvSpPr txBox="1">
            <a:spLocks/>
          </p:cNvSpPr>
          <p:nvPr/>
        </p:nvSpPr>
        <p:spPr>
          <a:xfrm>
            <a:off x="720000" y="450000"/>
            <a:ext cx="21000000" cy="600000"/>
          </a:xfrm>
          <a:prstGeom prst="rect">
            <a:avLst/>
          </a:prstGeom>
        </p:spPr>
        <p:txBody>
          <a:bodyPr lIns="50800" tIns="30000" rIns="50800" bIns="30000" anchor="ctr">
            <a:noAutofit/>
          </a:bodyPr>
          <a:lstStyle/>
          <a:p>
            <a:pPr algn="l"/>
            <a:r>
              <a:rPr lang="en-US" altLang="ko-KR" sz="2600" b="1" i="0" dirty="0">
                <a:solidFill>
                  <a:srgbClr val="2E74B5"/>
                </a:solidFill>
                <a:latin typeface="Avenir Next Medium"/>
                <a:ea typeface="Avenir Next Medium"/>
                <a:cs typeface="Avenir Next Medium"/>
              </a:rPr>
              <a:t>Stage 3 · Micro-Doppler</a:t>
            </a:r>
          </a:p>
        </p:txBody>
      </p:sp>
      <p:sp>
        <p:nvSpPr>
          <p:cNvPr id="12" name="Title"/>
          <p:cNvSpPr txBox="1">
            <a:spLocks/>
          </p:cNvSpPr>
          <p:nvPr/>
        </p:nvSpPr>
        <p:spPr>
          <a:xfrm>
            <a:off x="700000" y="1040000"/>
            <a:ext cx="22980000" cy="940000"/>
          </a:xfrm>
          <a:prstGeom prst="rect">
            <a:avLst/>
          </a:prstGeom>
        </p:spPr>
        <p:txBody>
          <a:bodyPr lIns="50800" tIns="30000" rIns="50800" bIns="30000" anchor="ctr">
            <a:noAutofit/>
          </a:bodyPr>
          <a:lstStyle/>
          <a:p>
            <a:pPr algn="l"/>
            <a:r>
              <a:rPr lang="en-US" altLang="ko-KR" sz="5200" b="1" i="0" dirty="0">
                <a:solidFill>
                  <a:srgbClr val="000000"/>
                </a:solidFill>
                <a:latin typeface="AvenirNext-DemiBold"/>
                <a:ea typeface="AvenirNext-DemiBold"/>
                <a:cs typeface="AvenirNext-DemiBold"/>
              </a:rPr>
              <a:t>The Spinning-Blade Signature</a:t>
            </a:r>
          </a:p>
        </p:txBody>
      </p:sp>
      <p:sp>
        <p:nvSpPr>
          <p:cNvPr id="13" name="Subtitle"/>
          <p:cNvSpPr txBox="1">
            <a:spLocks/>
          </p:cNvSpPr>
          <p:nvPr/>
        </p:nvSpPr>
        <p:spPr>
          <a:xfrm>
            <a:off x="760000" y="2040000"/>
            <a:ext cx="22600000" cy="700000"/>
          </a:xfrm>
          <a:prstGeom prst="rect">
            <a:avLst/>
          </a:prstGeom>
        </p:spPr>
        <p:txBody>
          <a:bodyPr lIns="50800" tIns="30000" rIns="50800" bIns="30000" anchor="ctr">
            <a:noAutofit/>
          </a:bodyPr>
          <a:lstStyle/>
          <a:p>
            <a:pPr algn="l"/>
            <a:r>
              <a:rPr lang="en-US" altLang="ko-KR" sz="3300" b="1" i="1" dirty="0">
                <a:solidFill>
                  <a:srgbClr val="C00000"/>
                </a:solidFill>
                <a:latin typeface="Avenir Next Medium"/>
                <a:ea typeface="Avenir Next Medium"/>
                <a:cs typeface="Avenir Next Medium"/>
              </a:rPr>
              <a:t>Even while hovering, the spinning blades ripple the echo — a fingerprint we can read</a:t>
            </a:r>
          </a:p>
        </p:txBody>
      </p:sp>
      <p:sp>
        <p:nvSpPr>
          <p:cNvPr id="3" name="슬라이드 번호 개체 틀 2">
            <a:extLst>
              <a:ext uri="{FF2B5EF4-FFF2-40B4-BE49-F238E27FC236}">
                <a16:creationId xmlns:a16="http://schemas.microsoft.com/office/drawing/2014/main" id="{2A7DAF3A-D8F2-CF9F-CC71-65E86C69CF7B}"/>
              </a:ext>
            </a:extLst>
          </p:cNvPr>
          <p:cNvSpPr>
            <a:spLocks noGrp="1"/>
          </p:cNvSpPr>
          <p:nvPr>
            <p:ph type="sldNum" sz="quarter" idx="2"/>
          </p:nvPr>
        </p:nvSpPr>
        <p:spPr/>
        <p:txBody>
          <a:bodyPr/>
          <a:lstStyle/>
          <a:p>
            <a:fld id="{86CB4B4D-7CA3-9044-876B-883B54F8677D}" type="slidenum">
              <a:rPr lang="en-US" altLang="ko-KR" smtClean="0"/>
              <a:t>14</a:t>
            </a:fld>
            <a:r>
              <a:rPr lang="en-US" altLang="ko-KR"/>
              <a:t>/19</a:t>
            </a:r>
            <a:endParaRPr lang="ko-KR" altLang="en-US" dirty="0"/>
          </a:p>
        </p:txBody>
      </p:sp>
      <p:pic>
        <p:nvPicPr>
          <p:cNvPr id="2" name="그림 1">
            <a:extLst>
              <a:ext uri="{FF2B5EF4-FFF2-40B4-BE49-F238E27FC236}">
                <a16:creationId xmlns:a16="http://schemas.microsoft.com/office/drawing/2014/main" id="{AEB9B4B3-7A83-1380-E3AF-A0447FD22280}"/>
              </a:ext>
            </a:extLst>
          </p:cNvPr>
          <p:cNvPicPr>
            <a:picLocks noChangeAspect="1"/>
          </p:cNvPicPr>
          <p:nvPr/>
        </p:nvPicPr>
        <p:blipFill>
          <a:blip r:embed="rId3"/>
          <a:stretch>
            <a:fillRect/>
          </a:stretch>
        </p:blipFill>
        <p:spPr>
          <a:xfrm>
            <a:off x="1873125" y="3495018"/>
            <a:ext cx="19400962" cy="8373997"/>
          </a:xfrm>
          <a:prstGeom prst="rect">
            <a:avLst/>
          </a:prstGeom>
        </p:spPr>
      </p:pic>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ag"/>
          <p:cNvSpPr txBox="1">
            <a:spLocks/>
          </p:cNvSpPr>
          <p:nvPr/>
        </p:nvSpPr>
        <p:spPr>
          <a:xfrm>
            <a:off x="720000" y="450000"/>
            <a:ext cx="21000000" cy="600000"/>
          </a:xfrm>
          <a:prstGeom prst="rect">
            <a:avLst/>
          </a:prstGeom>
        </p:spPr>
        <p:txBody>
          <a:bodyPr lIns="50800" tIns="30000" rIns="50800" bIns="30000" anchor="ctr">
            <a:noAutofit/>
          </a:bodyPr>
          <a:lstStyle/>
          <a:p>
            <a:pPr algn="l"/>
            <a:r>
              <a:rPr lang="en-US" altLang="ko-KR" sz="2600" b="1" i="0" dirty="0">
                <a:solidFill>
                  <a:srgbClr val="2E74B5"/>
                </a:solidFill>
                <a:latin typeface="Avenir Next Medium"/>
                <a:ea typeface="Avenir Next Medium"/>
                <a:cs typeface="Avenir Next Medium"/>
              </a:rPr>
              <a:t>Sionna Progress · Where This Sits</a:t>
            </a:r>
          </a:p>
        </p:txBody>
      </p:sp>
      <p:sp>
        <p:nvSpPr>
          <p:cNvPr id="12" name="Title"/>
          <p:cNvSpPr txBox="1">
            <a:spLocks/>
          </p:cNvSpPr>
          <p:nvPr/>
        </p:nvSpPr>
        <p:spPr>
          <a:xfrm>
            <a:off x="700000" y="1040000"/>
            <a:ext cx="22980000" cy="940000"/>
          </a:xfrm>
          <a:prstGeom prst="rect">
            <a:avLst/>
          </a:prstGeom>
        </p:spPr>
        <p:txBody>
          <a:bodyPr lIns="50800" tIns="30000" rIns="50800" bIns="30000" anchor="ctr">
            <a:noAutofit/>
          </a:bodyPr>
          <a:lstStyle/>
          <a:p>
            <a:pPr algn="l"/>
            <a:r>
              <a:rPr lang="en-US" altLang="ko-KR" sz="5200" b="1" dirty="0">
                <a:latin typeface="AvenirNext-DemiBold"/>
                <a:ea typeface="AvenirNext-DemiBold"/>
                <a:cs typeface="AvenirNext-DemiBold"/>
              </a:rPr>
              <a:t>Where This Sits — and What Comes Next</a:t>
            </a:r>
            <a:endParaRPr lang="en-US" altLang="ko-KR" sz="5200" b="1" i="0" dirty="0">
              <a:solidFill>
                <a:srgbClr val="000000"/>
              </a:solidFill>
              <a:latin typeface="AvenirNext-DemiBold"/>
              <a:ea typeface="AvenirNext-DemiBold"/>
              <a:cs typeface="AvenirNext-DemiBold"/>
            </a:endParaRPr>
          </a:p>
        </p:txBody>
      </p:sp>
      <p:sp>
        <p:nvSpPr>
          <p:cNvPr id="41" name="L"/>
          <p:cNvSpPr txBox="1"/>
          <p:nvPr/>
        </p:nvSpPr>
        <p:spPr>
          <a:xfrm>
            <a:off x="720000" y="3150000"/>
            <a:ext cx="4900000" cy="1700000"/>
          </a:xfrm>
          <a:prstGeom prst="rect">
            <a:avLst/>
          </a:prstGeom>
        </p:spPr>
        <p:txBody>
          <a:bodyPr lIns="0" tIns="20000" rIns="40000" bIns="20000" anchor="ctr">
            <a:noAutofit/>
          </a:bodyPr>
          <a:lstStyle/>
          <a:p>
            <a:pPr algn="l"/>
            <a:r>
              <a:rPr lang="en-US" altLang="ko-KR" sz="2500" b="1" i="0" dirty="0">
                <a:solidFill>
                  <a:srgbClr val="26448A"/>
                </a:solidFill>
                <a:latin typeface="Avenir Next Medium"/>
                <a:ea typeface="Avenir Next Medium"/>
                <a:cs typeface="Avenir Next Medium"/>
              </a:rPr>
              <a:t>Done ✓</a:t>
            </a:r>
          </a:p>
        </p:txBody>
      </p:sp>
      <p:sp>
        <p:nvSpPr>
          <p:cNvPr id="42" name="B"/>
          <p:cNvSpPr txBox="1"/>
          <p:nvPr/>
        </p:nvSpPr>
        <p:spPr>
          <a:xfrm>
            <a:off x="5900000" y="3150000"/>
            <a:ext cx="5400000" cy="1700000"/>
          </a:xfrm>
          <a:prstGeom prst="roundRect">
            <a:avLst/>
          </a:prstGeom>
          <a:solidFill>
            <a:srgbClr val="EAF1FB"/>
          </a:solidFill>
          <a:ln w="15875">
            <a:solidFill>
              <a:srgbClr val="2E74B5"/>
            </a:solidFill>
          </a:ln>
        </p:spPr>
        <p:txBody>
          <a:bodyPr lIns="80000" tIns="40000" rIns="80000" bIns="40000" anchor="ctr">
            <a:noAutofit/>
          </a:bodyPr>
          <a:lstStyle/>
          <a:p>
            <a:pPr algn="ctr"/>
            <a:r>
              <a:rPr lang="en-US" altLang="ko-KR" sz="2400" b="1" i="0" dirty="0">
                <a:solidFill>
                  <a:srgbClr val="26448A"/>
                </a:solidFill>
                <a:latin typeface="Avenir Next Medium"/>
                <a:ea typeface="Avenir Next Medium"/>
                <a:cs typeface="Avenir Next Medium"/>
              </a:rPr>
              <a:t>Environment</a:t>
            </a:r>
          </a:p>
        </p:txBody>
      </p:sp>
      <p:sp>
        <p:nvSpPr>
          <p:cNvPr id="43" name="A"/>
          <p:cNvSpPr txBox="1"/>
          <p:nvPr/>
        </p:nvSpPr>
        <p:spPr>
          <a:xfrm>
            <a:off x="11300000" y="3150000"/>
            <a:ext cx="782000" cy="1700000"/>
          </a:xfrm>
          <a:prstGeom prst="rect">
            <a:avLst/>
          </a:prstGeom>
        </p:spPr>
        <p:txBody>
          <a:bodyPr lIns="0" tIns="0" rIns="0" bIns="0" anchor="ctr">
            <a:noAutofit/>
          </a:bodyPr>
          <a:lstStyle/>
          <a:p>
            <a:pPr algn="ctr"/>
            <a:r>
              <a:rPr lang="en-US" altLang="ko-KR" sz="3600" b="1" i="0" dirty="0">
                <a:solidFill>
                  <a:srgbClr val="2E74B5"/>
                </a:solidFill>
                <a:latin typeface="Avenir Next Medium"/>
                <a:ea typeface="Avenir Next Medium"/>
                <a:cs typeface="Avenir Next Medium"/>
              </a:rPr>
              <a:t>→</a:t>
            </a:r>
          </a:p>
        </p:txBody>
      </p:sp>
      <p:sp>
        <p:nvSpPr>
          <p:cNvPr id="44" name="B"/>
          <p:cNvSpPr txBox="1"/>
          <p:nvPr/>
        </p:nvSpPr>
        <p:spPr>
          <a:xfrm>
            <a:off x="12082000" y="3150000"/>
            <a:ext cx="5400000" cy="1700000"/>
          </a:xfrm>
          <a:prstGeom prst="roundRect">
            <a:avLst/>
          </a:prstGeom>
          <a:solidFill>
            <a:srgbClr val="EAF1FB"/>
          </a:solidFill>
          <a:ln w="15875">
            <a:solidFill>
              <a:srgbClr val="2E74B5"/>
            </a:solidFill>
          </a:ln>
        </p:spPr>
        <p:txBody>
          <a:bodyPr lIns="80000" tIns="40000" rIns="80000" bIns="40000" anchor="ctr">
            <a:noAutofit/>
          </a:bodyPr>
          <a:lstStyle/>
          <a:p>
            <a:pPr algn="ctr"/>
            <a:r>
              <a:rPr lang="en-US" altLang="ko-KR" sz="2400" b="1" i="0" dirty="0">
                <a:solidFill>
                  <a:srgbClr val="26448A"/>
                </a:solidFill>
                <a:latin typeface="Avenir Next Medium"/>
                <a:ea typeface="Avenir Next Medium"/>
                <a:cs typeface="Avenir Next Medium"/>
              </a:rPr>
              <a:t>Articulated drone</a:t>
            </a:r>
          </a:p>
        </p:txBody>
      </p:sp>
      <p:sp>
        <p:nvSpPr>
          <p:cNvPr id="45" name="A"/>
          <p:cNvSpPr txBox="1"/>
          <p:nvPr/>
        </p:nvSpPr>
        <p:spPr>
          <a:xfrm>
            <a:off x="17482000" y="3150000"/>
            <a:ext cx="782000" cy="1700000"/>
          </a:xfrm>
          <a:prstGeom prst="rect">
            <a:avLst/>
          </a:prstGeom>
        </p:spPr>
        <p:txBody>
          <a:bodyPr lIns="0" tIns="0" rIns="0" bIns="0" anchor="ctr">
            <a:noAutofit/>
          </a:bodyPr>
          <a:lstStyle/>
          <a:p>
            <a:pPr algn="ctr"/>
            <a:r>
              <a:rPr lang="en-US" altLang="ko-KR" sz="3600" b="1" i="0" dirty="0">
                <a:solidFill>
                  <a:srgbClr val="2E74B5"/>
                </a:solidFill>
                <a:latin typeface="Avenir Next Medium"/>
                <a:ea typeface="Avenir Next Medium"/>
                <a:cs typeface="Avenir Next Medium"/>
              </a:rPr>
              <a:t>→</a:t>
            </a:r>
          </a:p>
        </p:txBody>
      </p:sp>
      <p:sp>
        <p:nvSpPr>
          <p:cNvPr id="46" name="B"/>
          <p:cNvSpPr txBox="1"/>
          <p:nvPr/>
        </p:nvSpPr>
        <p:spPr>
          <a:xfrm>
            <a:off x="18264000" y="3150000"/>
            <a:ext cx="5400000" cy="1700000"/>
          </a:xfrm>
          <a:prstGeom prst="roundRect">
            <a:avLst/>
          </a:prstGeom>
          <a:solidFill>
            <a:srgbClr val="EAF1FB"/>
          </a:solidFill>
          <a:ln w="15875">
            <a:solidFill>
              <a:srgbClr val="2E74B5"/>
            </a:solidFill>
          </a:ln>
        </p:spPr>
        <p:txBody>
          <a:bodyPr lIns="80000" tIns="40000" rIns="80000" bIns="40000" anchor="ctr">
            <a:noAutofit/>
          </a:bodyPr>
          <a:lstStyle/>
          <a:p>
            <a:pPr algn="ctr"/>
            <a:r>
              <a:rPr lang="en-US" altLang="ko-KR" sz="2400" b="1" i="0" dirty="0">
                <a:solidFill>
                  <a:srgbClr val="26448A"/>
                </a:solidFill>
                <a:latin typeface="Avenir Next Medium"/>
                <a:ea typeface="Avenir Next Medium"/>
                <a:cs typeface="Avenir Next Medium"/>
              </a:rPr>
              <a:t>Micro-Doppler</a:t>
            </a:r>
          </a:p>
        </p:txBody>
      </p:sp>
      <p:sp>
        <p:nvSpPr>
          <p:cNvPr id="47" name="L"/>
          <p:cNvSpPr txBox="1"/>
          <p:nvPr/>
        </p:nvSpPr>
        <p:spPr>
          <a:xfrm>
            <a:off x="720000" y="5500000"/>
            <a:ext cx="4900000" cy="1700000"/>
          </a:xfrm>
          <a:prstGeom prst="rect">
            <a:avLst/>
          </a:prstGeom>
        </p:spPr>
        <p:txBody>
          <a:bodyPr lIns="0" tIns="20000" rIns="40000" bIns="20000" anchor="ctr">
            <a:noAutofit/>
          </a:bodyPr>
          <a:lstStyle/>
          <a:p>
            <a:pPr algn="l"/>
            <a:r>
              <a:rPr lang="en-US" altLang="ko-KR" sz="2500" b="1" i="0" dirty="0">
                <a:solidFill>
                  <a:srgbClr val="26448A"/>
                </a:solidFill>
                <a:latin typeface="Avenir Next Medium"/>
                <a:ea typeface="Avenir Next Medium"/>
                <a:cs typeface="Avenir Next Medium"/>
              </a:rPr>
              <a:t>Next</a:t>
            </a:r>
          </a:p>
        </p:txBody>
      </p:sp>
      <p:sp>
        <p:nvSpPr>
          <p:cNvPr id="48" name="B"/>
          <p:cNvSpPr txBox="1"/>
          <p:nvPr/>
        </p:nvSpPr>
        <p:spPr>
          <a:xfrm>
            <a:off x="5900000" y="5500000"/>
            <a:ext cx="5400000" cy="1700000"/>
          </a:xfrm>
          <a:prstGeom prst="roundRect">
            <a:avLst/>
          </a:prstGeom>
          <a:solidFill>
            <a:srgbClr val="EAF1FB"/>
          </a:solidFill>
          <a:ln w="15875">
            <a:solidFill>
              <a:srgbClr val="2E74B5"/>
            </a:solidFill>
          </a:ln>
        </p:spPr>
        <p:txBody>
          <a:bodyPr lIns="80000" tIns="40000" rIns="80000" bIns="40000" anchor="ctr">
            <a:noAutofit/>
          </a:bodyPr>
          <a:lstStyle/>
          <a:p>
            <a:pPr algn="ctr"/>
            <a:r>
              <a:rPr lang="en-US" altLang="ko-KR" sz="2400" b="1" i="0" dirty="0">
                <a:solidFill>
                  <a:srgbClr val="26448A"/>
                </a:solidFill>
                <a:latin typeface="Avenir Next Medium"/>
                <a:ea typeface="Avenir Next Medium"/>
                <a:cs typeface="Avenir Next Medium"/>
              </a:rPr>
              <a:t>Illuminators</a:t>
            </a:r>
          </a:p>
          <a:p>
            <a:pPr algn="ctr"/>
            <a:r>
              <a:rPr lang="en-US" altLang="ko-KR" sz="2400" b="1" i="0" dirty="0">
                <a:solidFill>
                  <a:srgbClr val="26448A"/>
                </a:solidFill>
                <a:latin typeface="Avenir Next Medium"/>
                <a:ea typeface="Avenir Next Medium"/>
                <a:cs typeface="Avenir Next Medium"/>
              </a:rPr>
              <a:t>Wi-Fi / LTE / 5G</a:t>
            </a:r>
          </a:p>
        </p:txBody>
      </p:sp>
      <p:sp>
        <p:nvSpPr>
          <p:cNvPr id="49" name="A"/>
          <p:cNvSpPr txBox="1"/>
          <p:nvPr/>
        </p:nvSpPr>
        <p:spPr>
          <a:xfrm>
            <a:off x="11300000" y="5500000"/>
            <a:ext cx="782000" cy="1700000"/>
          </a:xfrm>
          <a:prstGeom prst="rect">
            <a:avLst/>
          </a:prstGeom>
        </p:spPr>
        <p:txBody>
          <a:bodyPr lIns="0" tIns="0" rIns="0" bIns="0" anchor="ctr">
            <a:noAutofit/>
          </a:bodyPr>
          <a:lstStyle/>
          <a:p>
            <a:pPr algn="ctr"/>
            <a:r>
              <a:rPr lang="en-US" altLang="ko-KR" sz="3600" b="1" i="0" dirty="0">
                <a:solidFill>
                  <a:srgbClr val="2E74B5"/>
                </a:solidFill>
                <a:latin typeface="Avenir Next Medium"/>
                <a:ea typeface="Avenir Next Medium"/>
                <a:cs typeface="Avenir Next Medium"/>
              </a:rPr>
              <a:t>→</a:t>
            </a:r>
          </a:p>
        </p:txBody>
      </p:sp>
      <p:sp>
        <p:nvSpPr>
          <p:cNvPr id="50" name="B"/>
          <p:cNvSpPr txBox="1"/>
          <p:nvPr/>
        </p:nvSpPr>
        <p:spPr>
          <a:xfrm>
            <a:off x="12082000" y="5500000"/>
            <a:ext cx="5400000" cy="1700000"/>
          </a:xfrm>
          <a:prstGeom prst="roundRect">
            <a:avLst/>
          </a:prstGeom>
          <a:solidFill>
            <a:srgbClr val="EAF1FB"/>
          </a:solidFill>
          <a:ln w="15875">
            <a:solidFill>
              <a:srgbClr val="2E74B5"/>
            </a:solidFill>
          </a:ln>
        </p:spPr>
        <p:txBody>
          <a:bodyPr lIns="80000" tIns="40000" rIns="80000" bIns="40000" anchor="ctr">
            <a:noAutofit/>
          </a:bodyPr>
          <a:lstStyle/>
          <a:p>
            <a:pPr algn="ctr"/>
            <a:r>
              <a:rPr lang="en-US" altLang="ko-KR" sz="2400" b="1" i="0" dirty="0">
                <a:solidFill>
                  <a:srgbClr val="26448A"/>
                </a:solidFill>
                <a:latin typeface="Avenir Next Medium"/>
                <a:ea typeface="Avenir Next Medium"/>
                <a:cs typeface="Avenir Next Medium"/>
              </a:rPr>
              <a:t>Bistatic (Tx ≠ Rx)</a:t>
            </a:r>
          </a:p>
        </p:txBody>
      </p:sp>
      <p:sp>
        <p:nvSpPr>
          <p:cNvPr id="51" name="A"/>
          <p:cNvSpPr txBox="1"/>
          <p:nvPr/>
        </p:nvSpPr>
        <p:spPr>
          <a:xfrm>
            <a:off x="17482000" y="5500000"/>
            <a:ext cx="782000" cy="1700000"/>
          </a:xfrm>
          <a:prstGeom prst="rect">
            <a:avLst/>
          </a:prstGeom>
        </p:spPr>
        <p:txBody>
          <a:bodyPr lIns="0" tIns="0" rIns="0" bIns="0" anchor="ctr">
            <a:noAutofit/>
          </a:bodyPr>
          <a:lstStyle/>
          <a:p>
            <a:pPr algn="ctr"/>
            <a:r>
              <a:rPr lang="en-US" altLang="ko-KR" sz="3600" b="1" i="0" dirty="0">
                <a:solidFill>
                  <a:srgbClr val="2E74B5"/>
                </a:solidFill>
                <a:latin typeface="Avenir Next Medium"/>
                <a:ea typeface="Avenir Next Medium"/>
                <a:cs typeface="Avenir Next Medium"/>
              </a:rPr>
              <a:t>→</a:t>
            </a:r>
          </a:p>
        </p:txBody>
      </p:sp>
      <p:sp>
        <p:nvSpPr>
          <p:cNvPr id="52" name="B"/>
          <p:cNvSpPr txBox="1"/>
          <p:nvPr/>
        </p:nvSpPr>
        <p:spPr>
          <a:xfrm>
            <a:off x="18264000" y="5500000"/>
            <a:ext cx="5400000" cy="1700000"/>
          </a:xfrm>
          <a:prstGeom prst="roundRect">
            <a:avLst/>
          </a:prstGeom>
          <a:solidFill>
            <a:srgbClr val="EAF1FB"/>
          </a:solidFill>
          <a:ln w="15875">
            <a:solidFill>
              <a:srgbClr val="2E74B5"/>
            </a:solidFill>
          </a:ln>
        </p:spPr>
        <p:txBody>
          <a:bodyPr lIns="80000" tIns="40000" rIns="80000" bIns="40000" anchor="ctr">
            <a:noAutofit/>
          </a:bodyPr>
          <a:lstStyle/>
          <a:p>
            <a:pPr algn="ctr"/>
            <a:r>
              <a:rPr lang="en-US" altLang="ko-KR" sz="2400" b="1" i="0" dirty="0">
                <a:solidFill>
                  <a:srgbClr val="26448A"/>
                </a:solidFill>
                <a:latin typeface="Avenir Next Medium"/>
                <a:ea typeface="Avenir Next Medium"/>
                <a:cs typeface="Avenir Next Medium"/>
              </a:rPr>
              <a:t>Clutter removal</a:t>
            </a:r>
          </a:p>
          <a:p>
            <a:pPr algn="ctr">
              <a:spcBef>
                <a:spcPts val="200"/>
              </a:spcBef>
            </a:pPr>
            <a:r>
              <a:rPr lang="en-US" altLang="ko-KR" sz="1700" b="0" i="1" dirty="0">
                <a:solidFill>
                  <a:srgbClr val="595959"/>
                </a:solidFill>
                <a:latin typeface="Avenir Next Medium"/>
                <a:ea typeface="Avenir Next Medium"/>
                <a:cs typeface="Avenir Next Medium"/>
              </a:rPr>
              <a:t>+ CFAR</a:t>
            </a:r>
          </a:p>
        </p:txBody>
      </p:sp>
      <p:sp>
        <p:nvSpPr>
          <p:cNvPr id="53" name="L"/>
          <p:cNvSpPr txBox="1"/>
          <p:nvPr/>
        </p:nvSpPr>
        <p:spPr>
          <a:xfrm>
            <a:off x="720000" y="7850000"/>
            <a:ext cx="4900000" cy="1700000"/>
          </a:xfrm>
          <a:prstGeom prst="rect">
            <a:avLst/>
          </a:prstGeom>
        </p:spPr>
        <p:txBody>
          <a:bodyPr lIns="0" tIns="20000" rIns="40000" bIns="20000" anchor="ctr">
            <a:noAutofit/>
          </a:bodyPr>
          <a:lstStyle/>
          <a:p>
            <a:pPr algn="l"/>
            <a:r>
              <a:rPr lang="en-US" altLang="ko-KR" sz="2500" b="1" i="0" dirty="0">
                <a:solidFill>
                  <a:srgbClr val="26448A"/>
                </a:solidFill>
                <a:latin typeface="Avenir Next Medium"/>
                <a:ea typeface="Avenir Next Medium"/>
                <a:cs typeface="Avenir Next Medium"/>
              </a:rPr>
              <a:t>Then</a:t>
            </a:r>
          </a:p>
        </p:txBody>
      </p:sp>
      <p:sp>
        <p:nvSpPr>
          <p:cNvPr id="54" name="B"/>
          <p:cNvSpPr txBox="1"/>
          <p:nvPr/>
        </p:nvSpPr>
        <p:spPr>
          <a:xfrm>
            <a:off x="5900000" y="7850000"/>
            <a:ext cx="5400000" cy="1700000"/>
          </a:xfrm>
          <a:prstGeom prst="roundRect">
            <a:avLst/>
          </a:prstGeom>
          <a:solidFill>
            <a:srgbClr val="EAF1FB"/>
          </a:solidFill>
          <a:ln w="15875">
            <a:solidFill>
              <a:srgbClr val="2E74B5"/>
            </a:solidFill>
          </a:ln>
        </p:spPr>
        <p:txBody>
          <a:bodyPr lIns="80000" tIns="40000" rIns="80000" bIns="40000" anchor="ctr">
            <a:noAutofit/>
          </a:bodyPr>
          <a:lstStyle/>
          <a:p>
            <a:pPr algn="ctr"/>
            <a:r>
              <a:rPr lang="en-US" altLang="ko-KR" sz="2400" b="1" i="0" dirty="0">
                <a:solidFill>
                  <a:srgbClr val="26448A"/>
                </a:solidFill>
                <a:latin typeface="Avenir Next Medium"/>
                <a:ea typeface="Avenir Next Medium"/>
                <a:cs typeface="Avenir Next Medium"/>
              </a:rPr>
              <a:t>Detection &amp; tracking</a:t>
            </a:r>
          </a:p>
        </p:txBody>
      </p:sp>
      <p:sp>
        <p:nvSpPr>
          <p:cNvPr id="55" name="A"/>
          <p:cNvSpPr txBox="1"/>
          <p:nvPr/>
        </p:nvSpPr>
        <p:spPr>
          <a:xfrm>
            <a:off x="11300000" y="7850000"/>
            <a:ext cx="782000" cy="1700000"/>
          </a:xfrm>
          <a:prstGeom prst="rect">
            <a:avLst/>
          </a:prstGeom>
        </p:spPr>
        <p:txBody>
          <a:bodyPr lIns="0" tIns="0" rIns="0" bIns="0" anchor="ctr">
            <a:noAutofit/>
          </a:bodyPr>
          <a:lstStyle/>
          <a:p>
            <a:pPr algn="ctr"/>
            <a:r>
              <a:rPr lang="en-US" altLang="ko-KR" sz="3600" b="1" i="0" dirty="0">
                <a:solidFill>
                  <a:srgbClr val="2E74B5"/>
                </a:solidFill>
                <a:latin typeface="Avenir Next Medium"/>
                <a:ea typeface="Avenir Next Medium"/>
                <a:cs typeface="Avenir Next Medium"/>
              </a:rPr>
              <a:t>→</a:t>
            </a:r>
          </a:p>
        </p:txBody>
      </p:sp>
      <p:sp>
        <p:nvSpPr>
          <p:cNvPr id="56" name="B"/>
          <p:cNvSpPr txBox="1"/>
          <p:nvPr/>
        </p:nvSpPr>
        <p:spPr>
          <a:xfrm>
            <a:off x="12082000" y="7850000"/>
            <a:ext cx="5400000" cy="1700000"/>
          </a:xfrm>
          <a:prstGeom prst="roundRect">
            <a:avLst/>
          </a:prstGeom>
          <a:solidFill>
            <a:srgbClr val="EAF1FB"/>
          </a:solidFill>
          <a:ln w="15875">
            <a:solidFill>
              <a:srgbClr val="2E74B5"/>
            </a:solidFill>
          </a:ln>
        </p:spPr>
        <p:txBody>
          <a:bodyPr lIns="80000" tIns="40000" rIns="80000" bIns="40000" anchor="ctr">
            <a:noAutofit/>
          </a:bodyPr>
          <a:lstStyle/>
          <a:p>
            <a:pPr algn="ctr"/>
            <a:r>
              <a:rPr lang="en-US" altLang="ko-KR" sz="2400" b="1" i="0" dirty="0">
                <a:solidFill>
                  <a:srgbClr val="26448A"/>
                </a:solidFill>
                <a:latin typeface="Avenir Next Medium"/>
                <a:ea typeface="Avenir Next Medium"/>
                <a:cs typeface="Avenir Next Medium"/>
              </a:rPr>
              <a:t>Drone vs bird ID</a:t>
            </a:r>
          </a:p>
          <a:p>
            <a:pPr algn="ctr">
              <a:spcBef>
                <a:spcPts val="200"/>
              </a:spcBef>
            </a:pPr>
            <a:r>
              <a:rPr lang="en-US" altLang="ko-KR" sz="1700" b="0" i="1" dirty="0">
                <a:solidFill>
                  <a:srgbClr val="595959"/>
                </a:solidFill>
                <a:latin typeface="Avenir Next Medium"/>
                <a:ea typeface="Avenir Next Medium"/>
                <a:cs typeface="Avenir Next Medium"/>
              </a:rPr>
              <a:t>blade signature</a:t>
            </a:r>
          </a:p>
        </p:txBody>
      </p:sp>
      <p:sp>
        <p:nvSpPr>
          <p:cNvPr id="57" name="A"/>
          <p:cNvSpPr txBox="1"/>
          <p:nvPr/>
        </p:nvSpPr>
        <p:spPr>
          <a:xfrm>
            <a:off x="17482000" y="7850000"/>
            <a:ext cx="782000" cy="1700000"/>
          </a:xfrm>
          <a:prstGeom prst="rect">
            <a:avLst/>
          </a:prstGeom>
        </p:spPr>
        <p:txBody>
          <a:bodyPr lIns="0" tIns="0" rIns="0" bIns="0" anchor="ctr">
            <a:noAutofit/>
          </a:bodyPr>
          <a:lstStyle/>
          <a:p>
            <a:pPr algn="ctr"/>
            <a:r>
              <a:rPr lang="en-US" altLang="ko-KR" sz="3600" b="1" i="0" dirty="0">
                <a:solidFill>
                  <a:srgbClr val="2E74B5"/>
                </a:solidFill>
                <a:latin typeface="Avenir Next Medium"/>
                <a:ea typeface="Avenir Next Medium"/>
                <a:cs typeface="Avenir Next Medium"/>
              </a:rPr>
              <a:t>→</a:t>
            </a:r>
          </a:p>
        </p:txBody>
      </p:sp>
      <p:sp>
        <p:nvSpPr>
          <p:cNvPr id="58" name="B"/>
          <p:cNvSpPr txBox="1"/>
          <p:nvPr/>
        </p:nvSpPr>
        <p:spPr>
          <a:xfrm>
            <a:off x="18264000" y="7850000"/>
            <a:ext cx="5400000" cy="1700000"/>
          </a:xfrm>
          <a:prstGeom prst="roundRect">
            <a:avLst/>
          </a:prstGeom>
          <a:solidFill>
            <a:srgbClr val="EAF1FB"/>
          </a:solidFill>
          <a:ln w="15875">
            <a:solidFill>
              <a:srgbClr val="2E74B5"/>
            </a:solidFill>
          </a:ln>
        </p:spPr>
        <p:txBody>
          <a:bodyPr lIns="80000" tIns="40000" rIns="80000" bIns="40000" anchor="ctr">
            <a:noAutofit/>
          </a:bodyPr>
          <a:lstStyle/>
          <a:p>
            <a:pPr algn="ctr"/>
            <a:r>
              <a:rPr lang="en-US" altLang="ko-KR" sz="2400" b="1" i="0" dirty="0">
                <a:solidFill>
                  <a:srgbClr val="26448A"/>
                </a:solidFill>
                <a:latin typeface="Avenir Next Medium"/>
                <a:ea typeface="Avenir Next Medium"/>
                <a:cs typeface="Avenir Next Medium"/>
              </a:rPr>
              <a:t>Export to PX4 / Gazebo</a:t>
            </a:r>
          </a:p>
        </p:txBody>
      </p:sp>
      <p:sp>
        <p:nvSpPr>
          <p:cNvPr id="3" name="슬라이드 번호 개체 틀 2">
            <a:extLst>
              <a:ext uri="{FF2B5EF4-FFF2-40B4-BE49-F238E27FC236}">
                <a16:creationId xmlns:a16="http://schemas.microsoft.com/office/drawing/2014/main" id="{C23651DD-A64B-E665-C30F-0A12BF879CC3}"/>
              </a:ext>
            </a:extLst>
          </p:cNvPr>
          <p:cNvSpPr>
            <a:spLocks noGrp="1"/>
          </p:cNvSpPr>
          <p:nvPr>
            <p:ph type="sldNum" sz="quarter" idx="2"/>
          </p:nvPr>
        </p:nvSpPr>
        <p:spPr/>
        <p:txBody>
          <a:bodyPr/>
          <a:lstStyle/>
          <a:p>
            <a:fld id="{86CB4B4D-7CA3-9044-876B-883B54F8677D}" type="slidenum">
              <a:rPr lang="en-US" altLang="ko-KR" smtClean="0"/>
              <a:t>15</a:t>
            </a:fld>
            <a:r>
              <a:rPr lang="en-US" altLang="ko-KR"/>
              <a:t>/19</a:t>
            </a:r>
            <a:endParaRPr lang="ko-KR" altLang="en-US"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DivKicker"/>
          <p:cNvSpPr txBox="1">
            <a:spLocks/>
          </p:cNvSpPr>
          <p:nvPr/>
        </p:nvSpPr>
        <p:spPr>
          <a:xfrm>
            <a:off x="0" y="4050000"/>
            <a:ext cx="24384000" cy="760000"/>
          </a:xfrm>
          <a:prstGeom prst="rect">
            <a:avLst/>
          </a:prstGeom>
        </p:spPr>
        <p:txBody>
          <a:bodyPr lIns="50800" tIns="30000" rIns="50800" bIns="30000" anchor="ctr">
            <a:noAutofit/>
          </a:bodyPr>
          <a:lstStyle/>
          <a:p>
            <a:pPr algn="ctr"/>
            <a:r>
              <a:rPr lang="en-US" altLang="ko-KR" sz="3600" b="1" i="0" dirty="0">
                <a:solidFill>
                  <a:srgbClr val="2E74B5"/>
                </a:solidFill>
                <a:latin typeface="Avenir Next Medium"/>
                <a:ea typeface="Avenir Next Medium"/>
                <a:cs typeface="Avenir Next Medium"/>
              </a:rPr>
              <a:t>PAPER Introduction</a:t>
            </a:r>
          </a:p>
        </p:txBody>
      </p:sp>
      <p:sp>
        <p:nvSpPr>
          <p:cNvPr id="12" name="DivTitle"/>
          <p:cNvSpPr txBox="1">
            <a:spLocks/>
          </p:cNvSpPr>
          <p:nvPr/>
        </p:nvSpPr>
        <p:spPr>
          <a:xfrm>
            <a:off x="0" y="4850000"/>
            <a:ext cx="24384000" cy="1550000"/>
          </a:xfrm>
          <a:prstGeom prst="rect">
            <a:avLst/>
          </a:prstGeom>
        </p:spPr>
        <p:txBody>
          <a:bodyPr lIns="50800" tIns="30000" rIns="50800" bIns="30000" anchor="ctr">
            <a:noAutofit/>
          </a:bodyPr>
          <a:lstStyle/>
          <a:p>
            <a:pPr algn="ctr"/>
            <a:r>
              <a:rPr lang="en-US" altLang="ko-KR" sz="6400" b="1" i="0" dirty="0">
                <a:solidFill>
                  <a:srgbClr val="000000"/>
                </a:solidFill>
                <a:latin typeface="AvenirNext-DemiBold"/>
                <a:ea typeface="AvenirNext-DemiBold"/>
                <a:cs typeface="AvenirNext-DemiBold"/>
              </a:rPr>
              <a:t>From Denoising to De-Channeling</a:t>
            </a:r>
          </a:p>
        </p:txBody>
      </p:sp>
      <p:sp>
        <p:nvSpPr>
          <p:cNvPr id="13" name="DivSub"/>
          <p:cNvSpPr txBox="1">
            <a:spLocks/>
          </p:cNvSpPr>
          <p:nvPr/>
        </p:nvSpPr>
        <p:spPr>
          <a:xfrm>
            <a:off x="0" y="6560000"/>
            <a:ext cx="24384000" cy="820000"/>
          </a:xfrm>
          <a:prstGeom prst="rect">
            <a:avLst/>
          </a:prstGeom>
        </p:spPr>
        <p:txBody>
          <a:bodyPr lIns="50800" tIns="30000" rIns="50800" bIns="30000" anchor="ctr">
            <a:noAutofit/>
          </a:bodyPr>
          <a:lstStyle/>
          <a:p>
            <a:pPr algn="ctr"/>
            <a:r>
              <a:rPr lang="en-US" altLang="ko-KR" sz="4000" b="0" i="1" dirty="0">
                <a:solidFill>
                  <a:srgbClr val="595959"/>
                </a:solidFill>
                <a:latin typeface="Avenir Next Medium"/>
                <a:ea typeface="Avenir Next Medium"/>
                <a:cs typeface="Avenir Next Medium"/>
              </a:rPr>
              <a:t>Integrating physical channel priors into diffusion models</a:t>
            </a:r>
          </a:p>
        </p:txBody>
      </p:sp>
      <p:sp>
        <p:nvSpPr>
          <p:cNvPr id="14" name="DivRoad"/>
          <p:cNvSpPr txBox="1">
            <a:spLocks/>
          </p:cNvSpPr>
          <p:nvPr/>
        </p:nvSpPr>
        <p:spPr>
          <a:xfrm>
            <a:off x="0" y="7820000"/>
            <a:ext cx="24384000" cy="820000"/>
          </a:xfrm>
          <a:prstGeom prst="rect">
            <a:avLst/>
          </a:prstGeom>
        </p:spPr>
        <p:txBody>
          <a:bodyPr lIns="50800" tIns="30000" rIns="50800" bIns="30000" anchor="ctr">
            <a:noAutofit/>
          </a:bodyPr>
          <a:lstStyle/>
          <a:p>
            <a:pPr algn="ctr"/>
            <a:r>
              <a:rPr lang="en-US" altLang="ko-KR" sz="3600" b="1" i="0" dirty="0">
                <a:solidFill>
                  <a:srgbClr val="26448A"/>
                </a:solidFill>
                <a:latin typeface="Avenir Next Medium"/>
                <a:ea typeface="Avenir Next Medium"/>
                <a:cs typeface="Avenir Next Medium"/>
              </a:rPr>
              <a:t>Background    →    Idea    →    Pipeline    →    Results</a:t>
            </a:r>
          </a:p>
        </p:txBody>
      </p:sp>
      <p:sp>
        <p:nvSpPr>
          <p:cNvPr id="15" name="DivMeta"/>
          <p:cNvSpPr txBox="1">
            <a:spLocks/>
          </p:cNvSpPr>
          <p:nvPr/>
        </p:nvSpPr>
        <p:spPr>
          <a:xfrm>
            <a:off x="0" y="8950000"/>
            <a:ext cx="24384000" cy="600000"/>
          </a:xfrm>
          <a:prstGeom prst="rect">
            <a:avLst/>
          </a:prstGeom>
        </p:spPr>
        <p:txBody>
          <a:bodyPr lIns="50800" tIns="30000" rIns="50800" bIns="30000" anchor="ctr">
            <a:noAutofit/>
          </a:bodyPr>
          <a:lstStyle/>
          <a:p>
            <a:pPr algn="ctr"/>
            <a:r>
              <a:rPr lang="en-US" altLang="ko-KR" sz="2600" b="0" i="1" dirty="0">
                <a:solidFill>
                  <a:srgbClr val="595959"/>
                </a:solidFill>
                <a:latin typeface="Avenir Next Medium"/>
                <a:ea typeface="Avenir Next Medium"/>
                <a:cs typeface="Avenir Next Medium"/>
              </a:rPr>
              <a:t>Liu et al., BUPT &amp; Pengcheng Lab  ·  github.com/BUPT-GAMMA/FoundWSR</a:t>
            </a:r>
          </a:p>
        </p:txBody>
      </p:sp>
      <p:sp>
        <p:nvSpPr>
          <p:cNvPr id="3" name="슬라이드 번호 개체 틀 2">
            <a:extLst>
              <a:ext uri="{FF2B5EF4-FFF2-40B4-BE49-F238E27FC236}">
                <a16:creationId xmlns:a16="http://schemas.microsoft.com/office/drawing/2014/main" id="{1F36BBDC-1731-C7DF-F756-4B038C3A1A4D}"/>
              </a:ext>
            </a:extLst>
          </p:cNvPr>
          <p:cNvSpPr>
            <a:spLocks noGrp="1"/>
          </p:cNvSpPr>
          <p:nvPr>
            <p:ph type="sldNum" sz="quarter" idx="2"/>
          </p:nvPr>
        </p:nvSpPr>
        <p:spPr/>
        <p:txBody>
          <a:bodyPr/>
          <a:lstStyle/>
          <a:p>
            <a:fld id="{86CB4B4D-7CA3-9044-876B-883B54F8677D}" type="slidenum">
              <a:rPr lang="en-US" altLang="ko-KR" smtClean="0"/>
              <a:t>16</a:t>
            </a:fld>
            <a:r>
              <a:rPr lang="en-US" altLang="ko-KR"/>
              <a:t>/19</a:t>
            </a:r>
            <a:endParaRPr lang="ko-KR" altLang="en-US" dirty="0"/>
          </a:p>
        </p:txBody>
      </p:sp>
      <p:sp>
        <p:nvSpPr>
          <p:cNvPr id="4" name="DivMeta">
            <a:extLst>
              <a:ext uri="{FF2B5EF4-FFF2-40B4-BE49-F238E27FC236}">
                <a16:creationId xmlns:a16="http://schemas.microsoft.com/office/drawing/2014/main" id="{7F05014A-523F-87FB-1A21-2D28BA0A67C4}"/>
              </a:ext>
            </a:extLst>
          </p:cNvPr>
          <p:cNvSpPr txBox="1">
            <a:spLocks/>
          </p:cNvSpPr>
          <p:nvPr/>
        </p:nvSpPr>
        <p:spPr>
          <a:xfrm>
            <a:off x="114301" y="10477676"/>
            <a:ext cx="24384000" cy="600000"/>
          </a:xfrm>
          <a:prstGeom prst="rect">
            <a:avLst/>
          </a:prstGeom>
        </p:spPr>
        <p:txBody>
          <a:bodyPr lIns="50800" tIns="30000" rIns="50800" bIns="30000" anchor="ctr">
            <a:noAutofit/>
          </a:bodyPr>
          <a:lstStyle/>
          <a:p>
            <a:pPr algn="ctr"/>
            <a:r>
              <a:rPr lang="en-US" altLang="ko-KR" sz="2600" b="1" i="1" dirty="0">
                <a:solidFill>
                  <a:srgbClr val="595959"/>
                </a:solidFill>
              </a:rPr>
              <a:t>ICML 2026 Spotlight Poster</a:t>
            </a:r>
            <a:endParaRPr lang="en-US" altLang="ko-KR" sz="2600" b="1" i="1" dirty="0">
              <a:solidFill>
                <a:srgbClr val="595959"/>
              </a:solidFill>
              <a:latin typeface="Avenir Next Medium"/>
              <a:ea typeface="Avenir Next Medium"/>
              <a:cs typeface="Avenir Next Medium"/>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ag"/>
          <p:cNvSpPr txBox="1">
            <a:spLocks/>
          </p:cNvSpPr>
          <p:nvPr/>
        </p:nvSpPr>
        <p:spPr>
          <a:xfrm>
            <a:off x="720000" y="450000"/>
            <a:ext cx="21000000" cy="600000"/>
          </a:xfrm>
          <a:prstGeom prst="rect">
            <a:avLst/>
          </a:prstGeom>
        </p:spPr>
        <p:txBody>
          <a:bodyPr lIns="50800" tIns="30000" rIns="50800" bIns="30000" anchor="ctr">
            <a:noAutofit/>
          </a:bodyPr>
          <a:lstStyle/>
          <a:p>
            <a:pPr algn="l"/>
            <a:r>
              <a:rPr lang="en-US" altLang="ko-KR" sz="2600" b="1" i="0" dirty="0">
                <a:solidFill>
                  <a:srgbClr val="2E74B5"/>
                </a:solidFill>
                <a:latin typeface="Avenir Next Medium"/>
                <a:ea typeface="Avenir Next Medium"/>
                <a:cs typeface="Avenir Next Medium"/>
              </a:rPr>
              <a:t>Paper Review · Background</a:t>
            </a:r>
          </a:p>
        </p:txBody>
      </p:sp>
      <p:sp>
        <p:nvSpPr>
          <p:cNvPr id="12" name="Title"/>
          <p:cNvSpPr txBox="1">
            <a:spLocks/>
          </p:cNvSpPr>
          <p:nvPr/>
        </p:nvSpPr>
        <p:spPr>
          <a:xfrm>
            <a:off x="700000" y="1040000"/>
            <a:ext cx="22980000" cy="940000"/>
          </a:xfrm>
          <a:prstGeom prst="rect">
            <a:avLst/>
          </a:prstGeom>
        </p:spPr>
        <p:txBody>
          <a:bodyPr lIns="50800" tIns="30000" rIns="50800" bIns="30000" anchor="ctr">
            <a:noAutofit/>
          </a:bodyPr>
          <a:lstStyle/>
          <a:p>
            <a:pPr algn="l"/>
            <a:r>
              <a:rPr lang="en-US" altLang="ko-KR" sz="5200" b="1" i="0" dirty="0">
                <a:solidFill>
                  <a:srgbClr val="000000"/>
                </a:solidFill>
                <a:latin typeface="AvenirNext-DemiBold"/>
                <a:ea typeface="AvenirNext-DemiBold"/>
                <a:cs typeface="AvenirNext-DemiBold"/>
              </a:rPr>
              <a:t>Wireless Signal Recognition, Meet Diffusion</a:t>
            </a:r>
          </a:p>
        </p:txBody>
      </p:sp>
      <p:sp>
        <p:nvSpPr>
          <p:cNvPr id="13" name="Subtitle"/>
          <p:cNvSpPr txBox="1">
            <a:spLocks/>
          </p:cNvSpPr>
          <p:nvPr/>
        </p:nvSpPr>
        <p:spPr>
          <a:xfrm>
            <a:off x="760000" y="2040000"/>
            <a:ext cx="22600000" cy="700000"/>
          </a:xfrm>
          <a:prstGeom prst="rect">
            <a:avLst/>
          </a:prstGeom>
        </p:spPr>
        <p:txBody>
          <a:bodyPr lIns="50800" tIns="30000" rIns="50800" bIns="30000" anchor="ctr">
            <a:noAutofit/>
          </a:bodyPr>
          <a:lstStyle/>
          <a:p>
            <a:pPr algn="l"/>
            <a:r>
              <a:rPr lang="en-US" altLang="ko-KR" sz="3300" b="1" i="1" dirty="0">
                <a:solidFill>
                  <a:srgbClr val="C00000"/>
                </a:solidFill>
                <a:latin typeface="Avenir Next Medium"/>
                <a:ea typeface="Avenir Next Medium"/>
                <a:cs typeface="Avenir Next Medium"/>
              </a:rPr>
              <a:t>AI labels a received radio signal — but the channel distorts it first</a:t>
            </a:r>
          </a:p>
        </p:txBody>
      </p:sp>
      <p:sp>
        <p:nvSpPr>
          <p:cNvPr id="14" name="CardHdr"/>
          <p:cNvSpPr txBox="1"/>
          <p:nvPr/>
        </p:nvSpPr>
        <p:spPr>
          <a:xfrm>
            <a:off x="820000" y="2980000"/>
            <a:ext cx="10900000" cy="1120000"/>
          </a:xfrm>
          <a:prstGeom prst="rect">
            <a:avLst/>
          </a:prstGeom>
          <a:solidFill>
            <a:srgbClr val="2E74B5"/>
          </a:solidFill>
        </p:spPr>
        <p:txBody>
          <a:bodyPr lIns="91440" tIns="20000" rIns="50800" bIns="20000" anchor="ctr">
            <a:noAutofit/>
          </a:bodyPr>
          <a:lstStyle/>
          <a:p>
            <a:pPr algn="ctr"/>
            <a:r>
              <a:rPr lang="en-US" altLang="ko-KR" sz="3500" b="1" i="0" dirty="0">
                <a:solidFill>
                  <a:srgbClr val="FFFFFF"/>
                </a:solidFill>
                <a:latin typeface="AvenirNext-DemiBold"/>
                <a:ea typeface="AvenirNext-DemiBold"/>
                <a:cs typeface="AvenirNext-DemiBold"/>
              </a:rPr>
              <a:t>What WSR does</a:t>
            </a:r>
          </a:p>
        </p:txBody>
      </p:sp>
      <p:sp>
        <p:nvSpPr>
          <p:cNvPr id="15" name="CardBody"/>
          <p:cNvSpPr txBox="1"/>
          <p:nvPr/>
        </p:nvSpPr>
        <p:spPr>
          <a:xfrm>
            <a:off x="820000" y="4100000"/>
            <a:ext cx="10900000" cy="6450000"/>
          </a:xfrm>
          <a:prstGeom prst="rect">
            <a:avLst/>
          </a:prstGeom>
          <a:solidFill>
            <a:srgbClr val="EAF1FB"/>
          </a:solidFill>
          <a:ln w="12700">
            <a:solidFill>
              <a:srgbClr val="2E74B5"/>
            </a:solidFill>
          </a:ln>
        </p:spPr>
        <p:txBody>
          <a:bodyPr lIns="320000" tIns="240000" rIns="280000" bIns="200000" anchor="ctr">
            <a:noAutofit/>
          </a:bodyPr>
          <a:lstStyle/>
          <a:p>
            <a:pPr marL="0" indent="0" algn="l">
              <a:spcAft>
                <a:spcPts val="600"/>
              </a:spcAft>
              <a:buNone/>
            </a:pPr>
            <a:r>
              <a:rPr lang="en-US" altLang="ko-KR" sz="3500" b="1" i="1" dirty="0">
                <a:solidFill>
                  <a:srgbClr val="2E74B5"/>
                </a:solidFill>
                <a:latin typeface="Avenir Next Medium"/>
                <a:ea typeface="Avenir Next Medium"/>
                <a:cs typeface="Avenir Next Medium"/>
              </a:rPr>
              <a:t>Read the received signal</a:t>
            </a:r>
          </a:p>
          <a:p>
            <a:pPr marL="520000" indent="-520000" algn="l">
              <a:spcBef>
                <a:spcPts val="1500"/>
              </a:spcBef>
              <a:buFont typeface="Wingdings"/>
              <a:buChar char="Ø"/>
            </a:pPr>
            <a:r>
              <a:rPr lang="en-US" altLang="ko-KR" sz="3200" b="0" i="0" dirty="0">
                <a:solidFill>
                  <a:srgbClr val="000000"/>
                </a:solidFill>
                <a:latin typeface="Avenir Next Medium"/>
                <a:ea typeface="Avenir Next Medium"/>
                <a:cs typeface="Avenir Next Medium"/>
              </a:rPr>
              <a:t>AI labels a passively-received IQ signal</a:t>
            </a:r>
          </a:p>
          <a:p>
            <a:pPr marL="520000" indent="-520000" algn="l">
              <a:spcBef>
                <a:spcPts val="1500"/>
              </a:spcBef>
              <a:buFont typeface="Wingdings"/>
              <a:buChar char="Ø"/>
            </a:pPr>
            <a:r>
              <a:rPr lang="en-US" altLang="ko-KR" sz="3200" b="0" i="0" dirty="0">
                <a:solidFill>
                  <a:srgbClr val="000000"/>
                </a:solidFill>
                <a:latin typeface="Avenir Next Medium"/>
                <a:ea typeface="Avenir Next Medium"/>
                <a:cs typeface="Avenir Next Medium"/>
              </a:rPr>
              <a:t>Modulation type · wireless tech · anomaly</a:t>
            </a:r>
          </a:p>
          <a:p>
            <a:pPr marL="520000" indent="-520000" algn="l">
              <a:spcBef>
                <a:spcPts val="1500"/>
              </a:spcBef>
              <a:buFont typeface="Wingdings"/>
              <a:buChar char="Ø"/>
            </a:pPr>
            <a:r>
              <a:rPr lang="en-US" altLang="ko-KR" sz="3200" b="0" i="0" dirty="0">
                <a:solidFill>
                  <a:srgbClr val="000000"/>
                </a:solidFill>
                <a:latin typeface="Avenir Next Medium"/>
                <a:ea typeface="Avenir Next Medium"/>
                <a:cs typeface="Avenir Next Medium"/>
              </a:rPr>
              <a:t>A cornerstone task for spectrum use &amp; 6G</a:t>
            </a:r>
          </a:p>
          <a:p>
            <a:pPr marL="520000" indent="-520000" algn="l">
              <a:spcBef>
                <a:spcPts val="1500"/>
              </a:spcBef>
              <a:buFont typeface="Wingdings"/>
              <a:buChar char="Ø"/>
            </a:pPr>
            <a:r>
              <a:rPr lang="en-US" altLang="ko-KR" sz="3200" b="0" i="0" dirty="0">
                <a:solidFill>
                  <a:srgbClr val="000000"/>
                </a:solidFill>
                <a:latin typeface="Avenir Next Medium"/>
                <a:ea typeface="Avenir Next Medium"/>
                <a:cs typeface="Avenir Next Medium"/>
              </a:rPr>
              <a:t>But it arrives distorted:  y = h * x + n</a:t>
            </a:r>
          </a:p>
        </p:txBody>
      </p:sp>
      <p:sp>
        <p:nvSpPr>
          <p:cNvPr id="16" name="CardHdr"/>
          <p:cNvSpPr txBox="1"/>
          <p:nvPr/>
        </p:nvSpPr>
        <p:spPr>
          <a:xfrm>
            <a:off x="12660000" y="2980000"/>
            <a:ext cx="10900000" cy="1120000"/>
          </a:xfrm>
          <a:prstGeom prst="rect">
            <a:avLst/>
          </a:prstGeom>
          <a:solidFill>
            <a:srgbClr val="26448A"/>
          </a:solidFill>
        </p:spPr>
        <p:txBody>
          <a:bodyPr lIns="91440" tIns="20000" rIns="50800" bIns="20000" anchor="ctr">
            <a:noAutofit/>
          </a:bodyPr>
          <a:lstStyle/>
          <a:p>
            <a:pPr algn="ctr"/>
            <a:r>
              <a:rPr lang="en-US" altLang="ko-KR" sz="3500" b="1" i="0" dirty="0">
                <a:solidFill>
                  <a:srgbClr val="FFFFFF"/>
                </a:solidFill>
                <a:latin typeface="AvenirNext-DemiBold"/>
                <a:ea typeface="AvenirNext-DemiBold"/>
                <a:cs typeface="AvenirNext-DemiBold"/>
              </a:rPr>
              <a:t>Why bring in diffusion</a:t>
            </a:r>
          </a:p>
        </p:txBody>
      </p:sp>
      <p:sp>
        <p:nvSpPr>
          <p:cNvPr id="17" name="CardBody"/>
          <p:cNvSpPr txBox="1"/>
          <p:nvPr/>
        </p:nvSpPr>
        <p:spPr>
          <a:xfrm>
            <a:off x="12660000" y="4100000"/>
            <a:ext cx="10900000" cy="6450000"/>
          </a:xfrm>
          <a:prstGeom prst="rect">
            <a:avLst/>
          </a:prstGeom>
          <a:solidFill>
            <a:srgbClr val="E9EDF5"/>
          </a:solidFill>
          <a:ln w="12700">
            <a:solidFill>
              <a:srgbClr val="26448A"/>
            </a:solidFill>
          </a:ln>
        </p:spPr>
        <p:txBody>
          <a:bodyPr lIns="320000" tIns="240000" rIns="280000" bIns="200000" anchor="ctr">
            <a:noAutofit/>
          </a:bodyPr>
          <a:lstStyle/>
          <a:p>
            <a:pPr marL="0" indent="0" algn="l">
              <a:spcAft>
                <a:spcPts val="600"/>
              </a:spcAft>
              <a:buNone/>
            </a:pPr>
            <a:r>
              <a:rPr lang="en-US" altLang="ko-KR" sz="3500" b="1" i="1" dirty="0">
                <a:solidFill>
                  <a:srgbClr val="26448A"/>
                </a:solidFill>
                <a:latin typeface="Avenir Next Medium"/>
                <a:ea typeface="Avenir Next Medium"/>
                <a:cs typeface="Avenir Next Medium"/>
              </a:rPr>
              <a:t>Powerful denoisers</a:t>
            </a:r>
          </a:p>
          <a:p>
            <a:pPr marL="520000" indent="-520000" algn="l">
              <a:spcBef>
                <a:spcPts val="1500"/>
              </a:spcBef>
              <a:buFont typeface="Wingdings"/>
              <a:buChar char="Ø"/>
            </a:pPr>
            <a:r>
              <a:rPr lang="en-US" altLang="ko-KR" sz="3200" b="0" i="0" dirty="0">
                <a:solidFill>
                  <a:srgbClr val="000000"/>
                </a:solidFill>
                <a:latin typeface="Avenir Next Medium"/>
                <a:ea typeface="Avenir Next Medium"/>
                <a:cs typeface="Avenir Next Medium"/>
              </a:rPr>
              <a:t>Forward: add Gaussian noise, step by step</a:t>
            </a:r>
          </a:p>
          <a:p>
            <a:pPr marL="520000" indent="-520000" algn="l">
              <a:spcBef>
                <a:spcPts val="1500"/>
              </a:spcBef>
              <a:buFont typeface="Wingdings"/>
              <a:buChar char="Ø"/>
            </a:pPr>
            <a:r>
              <a:rPr lang="en-US" altLang="ko-KR" sz="3200" b="0" i="0" dirty="0">
                <a:solidFill>
                  <a:srgbClr val="000000"/>
                </a:solidFill>
                <a:latin typeface="Avenir Next Medium"/>
                <a:ea typeface="Avenir Next Medium"/>
                <a:cs typeface="Avenir Next Medium"/>
              </a:rPr>
              <a:t>Reverse: a network learns to remove it</a:t>
            </a:r>
          </a:p>
          <a:p>
            <a:pPr marL="520000" indent="-520000" algn="l">
              <a:spcBef>
                <a:spcPts val="1500"/>
              </a:spcBef>
              <a:buFont typeface="Wingdings"/>
              <a:buChar char="Ø"/>
            </a:pPr>
            <a:r>
              <a:rPr lang="en-US" altLang="ko-KR" sz="3200" b="0" i="0" dirty="0">
                <a:solidFill>
                  <a:srgbClr val="000000"/>
                </a:solidFill>
                <a:latin typeface="Avenir Next Medium"/>
                <a:ea typeface="Avenir Next Medium"/>
                <a:cs typeface="Avenir Next Medium"/>
              </a:rPr>
              <a:t>Its learned features transfer well to WSR</a:t>
            </a:r>
          </a:p>
          <a:p>
            <a:pPr marL="520000" indent="-520000" algn="l">
              <a:spcBef>
                <a:spcPts val="1500"/>
              </a:spcBef>
              <a:buFont typeface="Wingdings"/>
              <a:buChar char="Ø"/>
            </a:pPr>
            <a:r>
              <a:rPr lang="en-US" altLang="ko-KR" sz="3200" b="0" i="0" dirty="0">
                <a:solidFill>
                  <a:srgbClr val="000000"/>
                </a:solidFill>
                <a:latin typeface="Avenir Next Medium"/>
                <a:ea typeface="Avenir Next Medium"/>
                <a:cs typeface="Avenir Next Medium"/>
              </a:rPr>
              <a:t>So: borrow that denoising power for WSR</a:t>
            </a:r>
          </a:p>
        </p:txBody>
      </p:sp>
      <p:sp>
        <p:nvSpPr>
          <p:cNvPr id="18" name="Takeaway"/>
          <p:cNvSpPr txBox="1">
            <a:spLocks/>
          </p:cNvSpPr>
          <p:nvPr/>
        </p:nvSpPr>
        <p:spPr>
          <a:xfrm>
            <a:off x="720000" y="11150000"/>
            <a:ext cx="22944000" cy="850000"/>
          </a:xfrm>
          <a:prstGeom prst="rect">
            <a:avLst/>
          </a:prstGeom>
        </p:spPr>
        <p:txBody>
          <a:bodyPr lIns="50800" tIns="30000" rIns="50800" bIns="30000" anchor="t">
            <a:noAutofit/>
          </a:bodyPr>
          <a:lstStyle/>
          <a:p>
            <a:pPr marL="0" indent="0" algn="ctr">
              <a:buNone/>
            </a:pPr>
            <a:r>
              <a:rPr lang="en-US" altLang="ko-KR" sz="3600" b="1" i="0" dirty="0">
                <a:solidFill>
                  <a:srgbClr val="26448A"/>
                </a:solidFill>
                <a:latin typeface="Avenir Next Medium"/>
                <a:ea typeface="Avenir Next Medium"/>
                <a:cs typeface="Avenir Next Medium"/>
              </a:rPr>
              <a:t>→ The plan: let a diffusion model clean the received signal before recognising it</a:t>
            </a:r>
          </a:p>
        </p:txBody>
      </p:sp>
      <p:sp>
        <p:nvSpPr>
          <p:cNvPr id="3" name="슬라이드 번호 개체 틀 2">
            <a:extLst>
              <a:ext uri="{FF2B5EF4-FFF2-40B4-BE49-F238E27FC236}">
                <a16:creationId xmlns:a16="http://schemas.microsoft.com/office/drawing/2014/main" id="{20E43994-EB3C-E6FA-7B7E-8811468E5919}"/>
              </a:ext>
            </a:extLst>
          </p:cNvPr>
          <p:cNvSpPr>
            <a:spLocks noGrp="1"/>
          </p:cNvSpPr>
          <p:nvPr>
            <p:ph type="sldNum" sz="quarter" idx="2"/>
          </p:nvPr>
        </p:nvSpPr>
        <p:spPr/>
        <p:txBody>
          <a:bodyPr/>
          <a:lstStyle/>
          <a:p>
            <a:fld id="{86CB4B4D-7CA3-9044-876B-883B54F8677D}" type="slidenum">
              <a:rPr lang="en-US" altLang="ko-KR" smtClean="0"/>
              <a:t>17</a:t>
            </a:fld>
            <a:r>
              <a:rPr lang="en-US" altLang="ko-KR"/>
              <a:t>/19</a:t>
            </a:r>
            <a:endParaRPr lang="ko-KR" altLang="en-US"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ag"/>
          <p:cNvSpPr txBox="1">
            <a:spLocks/>
          </p:cNvSpPr>
          <p:nvPr/>
        </p:nvSpPr>
        <p:spPr>
          <a:xfrm>
            <a:off x="720000" y="450000"/>
            <a:ext cx="21000000" cy="600000"/>
          </a:xfrm>
          <a:prstGeom prst="rect">
            <a:avLst/>
          </a:prstGeom>
        </p:spPr>
        <p:txBody>
          <a:bodyPr lIns="50800" tIns="30000" rIns="50800" bIns="30000" anchor="ctr">
            <a:noAutofit/>
          </a:bodyPr>
          <a:lstStyle/>
          <a:p>
            <a:pPr algn="l"/>
            <a:r>
              <a:rPr lang="en-US" altLang="ko-KR" sz="2600" b="1" i="0" dirty="0">
                <a:solidFill>
                  <a:srgbClr val="2E74B5"/>
                </a:solidFill>
                <a:latin typeface="Avenir Next Medium"/>
                <a:ea typeface="Avenir Next Medium"/>
                <a:cs typeface="Avenir Next Medium"/>
              </a:rPr>
              <a:t>Paper Review · The Idea</a:t>
            </a:r>
          </a:p>
        </p:txBody>
      </p:sp>
      <p:sp>
        <p:nvSpPr>
          <p:cNvPr id="12" name="Title"/>
          <p:cNvSpPr txBox="1">
            <a:spLocks/>
          </p:cNvSpPr>
          <p:nvPr/>
        </p:nvSpPr>
        <p:spPr>
          <a:xfrm>
            <a:off x="700000" y="1040000"/>
            <a:ext cx="22980000" cy="940000"/>
          </a:xfrm>
          <a:prstGeom prst="rect">
            <a:avLst/>
          </a:prstGeom>
        </p:spPr>
        <p:txBody>
          <a:bodyPr lIns="50800" tIns="30000" rIns="50800" bIns="30000" anchor="ctr">
            <a:noAutofit/>
          </a:bodyPr>
          <a:lstStyle/>
          <a:p>
            <a:pPr algn="l"/>
            <a:r>
              <a:rPr lang="en-US" altLang="ko-KR" sz="5200" b="1" i="0" dirty="0">
                <a:solidFill>
                  <a:srgbClr val="000000"/>
                </a:solidFill>
                <a:latin typeface="AvenirNext-DemiBold"/>
                <a:ea typeface="AvenirNext-DemiBold"/>
                <a:cs typeface="AvenirNext-DemiBold"/>
              </a:rPr>
              <a:t>The Idea — From Denoising to De-Channeling</a:t>
            </a:r>
          </a:p>
        </p:txBody>
      </p:sp>
      <p:sp>
        <p:nvSpPr>
          <p:cNvPr id="13" name="Subtitle"/>
          <p:cNvSpPr txBox="1">
            <a:spLocks/>
          </p:cNvSpPr>
          <p:nvPr/>
        </p:nvSpPr>
        <p:spPr>
          <a:xfrm>
            <a:off x="760000" y="2040000"/>
            <a:ext cx="22600000" cy="700000"/>
          </a:xfrm>
          <a:prstGeom prst="rect">
            <a:avLst/>
          </a:prstGeom>
        </p:spPr>
        <p:txBody>
          <a:bodyPr lIns="50800" tIns="30000" rIns="50800" bIns="30000" anchor="ctr">
            <a:noAutofit/>
          </a:bodyPr>
          <a:lstStyle/>
          <a:p>
            <a:pPr algn="l"/>
            <a:r>
              <a:rPr lang="en-US" altLang="ko-KR" sz="3300" b="1" i="1" dirty="0">
                <a:solidFill>
                  <a:srgbClr val="C00000"/>
                </a:solidFill>
                <a:latin typeface="Avenir Next Medium"/>
                <a:ea typeface="Avenir Next Medium"/>
                <a:cs typeface="Avenir Next Medium"/>
              </a:rPr>
              <a:t>The channel isn’t Gaussian — so add a learned channel to the diffusion, not just noise</a:t>
            </a:r>
          </a:p>
        </p:txBody>
      </p:sp>
      <p:sp>
        <p:nvSpPr>
          <p:cNvPr id="14" name="CardHdr"/>
          <p:cNvSpPr txBox="1"/>
          <p:nvPr/>
        </p:nvSpPr>
        <p:spPr>
          <a:xfrm>
            <a:off x="820000" y="2980000"/>
            <a:ext cx="10900000" cy="1120000"/>
          </a:xfrm>
          <a:prstGeom prst="rect">
            <a:avLst/>
          </a:prstGeom>
          <a:solidFill>
            <a:srgbClr val="2E74B5"/>
          </a:solidFill>
        </p:spPr>
        <p:txBody>
          <a:bodyPr lIns="91440" tIns="20000" rIns="50800" bIns="20000" anchor="ctr">
            <a:noAutofit/>
          </a:bodyPr>
          <a:lstStyle/>
          <a:p>
            <a:pPr algn="ctr"/>
            <a:r>
              <a:rPr lang="en-US" altLang="ko-KR" sz="3500" b="1" i="0" dirty="0">
                <a:solidFill>
                  <a:srgbClr val="FFFFFF"/>
                </a:solidFill>
                <a:latin typeface="AvenirNext-DemiBold"/>
                <a:ea typeface="AvenirNext-DemiBold"/>
                <a:cs typeface="AvenirNext-DemiBold"/>
              </a:rPr>
              <a:t>Standard diffusion</a:t>
            </a:r>
          </a:p>
        </p:txBody>
      </p:sp>
      <p:sp>
        <p:nvSpPr>
          <p:cNvPr id="15" name="CardBody"/>
          <p:cNvSpPr txBox="1"/>
          <p:nvPr/>
        </p:nvSpPr>
        <p:spPr>
          <a:xfrm>
            <a:off x="820000" y="4100000"/>
            <a:ext cx="10900000" cy="6450000"/>
          </a:xfrm>
          <a:prstGeom prst="rect">
            <a:avLst/>
          </a:prstGeom>
          <a:solidFill>
            <a:srgbClr val="EAF1FB"/>
          </a:solidFill>
          <a:ln w="12700">
            <a:solidFill>
              <a:srgbClr val="2E74B5"/>
            </a:solidFill>
          </a:ln>
        </p:spPr>
        <p:txBody>
          <a:bodyPr lIns="320000" tIns="240000" rIns="280000" bIns="200000" anchor="ctr">
            <a:noAutofit/>
          </a:bodyPr>
          <a:lstStyle/>
          <a:p>
            <a:pPr marL="0" indent="0" algn="l">
              <a:spcAft>
                <a:spcPts val="600"/>
              </a:spcAft>
              <a:buNone/>
            </a:pPr>
            <a:r>
              <a:rPr lang="en-US" altLang="ko-KR" sz="3500" b="1" i="1" dirty="0">
                <a:solidFill>
                  <a:srgbClr val="2E74B5"/>
                </a:solidFill>
                <a:latin typeface="Avenir Next Medium"/>
                <a:ea typeface="Avenir Next Medium"/>
                <a:cs typeface="Avenir Next Medium"/>
              </a:rPr>
              <a:t>Denoising only</a:t>
            </a:r>
          </a:p>
          <a:p>
            <a:pPr marL="520000" indent="-520000" algn="l">
              <a:spcBef>
                <a:spcPts val="1500"/>
              </a:spcBef>
              <a:buFont typeface="Wingdings"/>
              <a:buChar char="Ø"/>
            </a:pPr>
            <a:r>
              <a:rPr lang="en-US" altLang="ko-KR" sz="3200" b="0" i="0" dirty="0">
                <a:solidFill>
                  <a:srgbClr val="000000"/>
                </a:solidFill>
                <a:latin typeface="Avenir Next Medium"/>
                <a:ea typeface="Avenir Next Medium"/>
                <a:cs typeface="Avenir Next Medium"/>
              </a:rPr>
              <a:t>Forward adds only Gaussian noise</a:t>
            </a:r>
          </a:p>
          <a:p>
            <a:pPr marL="520000" indent="-520000" algn="l">
              <a:spcBef>
                <a:spcPts val="1500"/>
              </a:spcBef>
              <a:buFont typeface="Wingdings"/>
              <a:buChar char="Ø"/>
            </a:pPr>
            <a:r>
              <a:rPr lang="en-US" altLang="ko-KR" sz="3200" b="0" i="0" dirty="0">
                <a:solidFill>
                  <a:srgbClr val="000000"/>
                </a:solidFill>
                <a:latin typeface="Avenir Next Medium"/>
                <a:ea typeface="Avenir Next Medium"/>
                <a:cs typeface="Avenir Next Medium"/>
              </a:rPr>
              <a:t>Reverse can’t undo the channel h</a:t>
            </a:r>
          </a:p>
          <a:p>
            <a:pPr marL="520000" indent="-520000" algn="l">
              <a:spcBef>
                <a:spcPts val="1500"/>
              </a:spcBef>
              <a:buFont typeface="Wingdings"/>
              <a:buChar char="Ø"/>
            </a:pPr>
            <a:r>
              <a:rPr lang="en-US" altLang="ko-KR" sz="3200" b="0" i="0" dirty="0">
                <a:solidFill>
                  <a:srgbClr val="000000"/>
                </a:solidFill>
                <a:latin typeface="Avenir Next Medium"/>
                <a:ea typeface="Avenir Next Medium"/>
                <a:cs typeface="Avenir Next Medium"/>
              </a:rPr>
              <a:t>→ features stay channel-distorted</a:t>
            </a:r>
          </a:p>
        </p:txBody>
      </p:sp>
      <p:sp>
        <p:nvSpPr>
          <p:cNvPr id="16" name="CardHdr"/>
          <p:cNvSpPr txBox="1"/>
          <p:nvPr/>
        </p:nvSpPr>
        <p:spPr>
          <a:xfrm>
            <a:off x="12660000" y="2980000"/>
            <a:ext cx="10900000" cy="1120000"/>
          </a:xfrm>
          <a:prstGeom prst="rect">
            <a:avLst/>
          </a:prstGeom>
          <a:solidFill>
            <a:srgbClr val="26448A"/>
          </a:solidFill>
        </p:spPr>
        <p:txBody>
          <a:bodyPr lIns="91440" tIns="20000" rIns="50800" bIns="20000" anchor="ctr">
            <a:noAutofit/>
          </a:bodyPr>
          <a:lstStyle/>
          <a:p>
            <a:pPr algn="ctr"/>
            <a:r>
              <a:rPr lang="en-US" altLang="ko-KR" sz="3500" b="1" i="0" dirty="0">
                <a:solidFill>
                  <a:srgbClr val="FFFFFF"/>
                </a:solidFill>
                <a:latin typeface="AvenirNext-DemiBold"/>
                <a:ea typeface="AvenirNext-DemiBold"/>
                <a:cs typeface="AvenirNext-DemiBold"/>
              </a:rPr>
              <a:t>PWC-Diff (proposed)</a:t>
            </a:r>
          </a:p>
        </p:txBody>
      </p:sp>
      <p:sp>
        <p:nvSpPr>
          <p:cNvPr id="17" name="CardBody"/>
          <p:cNvSpPr txBox="1"/>
          <p:nvPr/>
        </p:nvSpPr>
        <p:spPr>
          <a:xfrm>
            <a:off x="12660000" y="4100000"/>
            <a:ext cx="10900000" cy="6450000"/>
          </a:xfrm>
          <a:prstGeom prst="rect">
            <a:avLst/>
          </a:prstGeom>
          <a:solidFill>
            <a:srgbClr val="E9EDF5"/>
          </a:solidFill>
          <a:ln w="12700">
            <a:solidFill>
              <a:srgbClr val="26448A"/>
            </a:solidFill>
          </a:ln>
        </p:spPr>
        <p:txBody>
          <a:bodyPr lIns="320000" tIns="240000" rIns="280000" bIns="200000" anchor="ctr">
            <a:noAutofit/>
          </a:bodyPr>
          <a:lstStyle/>
          <a:p>
            <a:pPr marL="0" indent="0" algn="l">
              <a:spcAft>
                <a:spcPts val="600"/>
              </a:spcAft>
              <a:buNone/>
            </a:pPr>
            <a:r>
              <a:rPr lang="en-US" altLang="ko-KR" sz="3500" b="1" i="1" dirty="0">
                <a:solidFill>
                  <a:srgbClr val="26448A"/>
                </a:solidFill>
                <a:latin typeface="Avenir Next Medium"/>
                <a:ea typeface="Avenir Next Medium"/>
                <a:cs typeface="Avenir Next Medium"/>
              </a:rPr>
              <a:t>De-channeling + denoising</a:t>
            </a:r>
          </a:p>
          <a:p>
            <a:pPr marL="520000" indent="-520000" algn="l">
              <a:spcBef>
                <a:spcPts val="1500"/>
              </a:spcBef>
              <a:buFont typeface="Wingdings"/>
              <a:buChar char="Ø"/>
            </a:pPr>
            <a:r>
              <a:rPr lang="en-US" altLang="ko-KR" sz="3200" b="0" i="0" dirty="0">
                <a:solidFill>
                  <a:srgbClr val="000000"/>
                </a:solidFill>
                <a:latin typeface="Avenir Next Medium"/>
                <a:ea typeface="Avenir Next Medium"/>
                <a:cs typeface="Avenir Next Medium"/>
              </a:rPr>
              <a:t>Forward adds a learned channel, then noise</a:t>
            </a:r>
          </a:p>
          <a:p>
            <a:pPr marL="520000" indent="-520000" algn="l">
              <a:spcBef>
                <a:spcPts val="1500"/>
              </a:spcBef>
              <a:buFont typeface="Wingdings"/>
              <a:buChar char="Ø"/>
            </a:pPr>
            <a:r>
              <a:rPr lang="en-US" altLang="ko-KR" sz="3200" b="0" i="0" dirty="0">
                <a:solidFill>
                  <a:srgbClr val="000000"/>
                </a:solidFill>
                <a:latin typeface="Avenir Next Medium"/>
                <a:ea typeface="Avenir Next Medium"/>
                <a:cs typeface="Avenir Next Medium"/>
              </a:rPr>
              <a:t>Reverse learns to undo the channel and noise</a:t>
            </a:r>
          </a:p>
          <a:p>
            <a:pPr marL="520000" indent="-520000" algn="l">
              <a:spcBef>
                <a:spcPts val="1500"/>
              </a:spcBef>
              <a:buFont typeface="Wingdings"/>
              <a:buChar char="Ø"/>
            </a:pPr>
            <a:r>
              <a:rPr lang="en-US" altLang="ko-KR" sz="3200" b="0" i="0" dirty="0">
                <a:solidFill>
                  <a:srgbClr val="000000"/>
                </a:solidFill>
                <a:latin typeface="Avenir Next Medium"/>
                <a:ea typeface="Avenir Next Medium"/>
                <a:cs typeface="Avenir Next Medium"/>
              </a:rPr>
              <a:t>→ recovers the transmitted signal x</a:t>
            </a:r>
          </a:p>
        </p:txBody>
      </p:sp>
      <p:sp>
        <p:nvSpPr>
          <p:cNvPr id="18" name="Takeaway"/>
          <p:cNvSpPr txBox="1">
            <a:spLocks/>
          </p:cNvSpPr>
          <p:nvPr/>
        </p:nvSpPr>
        <p:spPr>
          <a:xfrm>
            <a:off x="720000" y="11150000"/>
            <a:ext cx="22944000" cy="850000"/>
          </a:xfrm>
          <a:prstGeom prst="rect">
            <a:avLst/>
          </a:prstGeom>
        </p:spPr>
        <p:txBody>
          <a:bodyPr lIns="50800" tIns="30000" rIns="50800" bIns="30000" anchor="t">
            <a:noAutofit/>
          </a:bodyPr>
          <a:lstStyle/>
          <a:p>
            <a:pPr marL="0" indent="0" algn="ctr">
              <a:buNone/>
            </a:pPr>
            <a:r>
              <a:rPr lang="en-US" altLang="ko-KR" sz="3600" b="1" i="0" dirty="0">
                <a:solidFill>
                  <a:srgbClr val="26448A"/>
                </a:solidFill>
                <a:latin typeface="Avenir Next Medium"/>
                <a:ea typeface="Avenir Next Medium"/>
                <a:cs typeface="Avenir Next Medium"/>
              </a:rPr>
              <a:t>→ Move the goal from denoising to de-channeling: model the physical channel, not just the noise</a:t>
            </a:r>
          </a:p>
        </p:txBody>
      </p:sp>
      <p:sp>
        <p:nvSpPr>
          <p:cNvPr id="3" name="슬라이드 번호 개체 틀 2">
            <a:extLst>
              <a:ext uri="{FF2B5EF4-FFF2-40B4-BE49-F238E27FC236}">
                <a16:creationId xmlns:a16="http://schemas.microsoft.com/office/drawing/2014/main" id="{5720F100-E667-22D7-3AF2-328E5D711933}"/>
              </a:ext>
            </a:extLst>
          </p:cNvPr>
          <p:cNvSpPr>
            <a:spLocks noGrp="1"/>
          </p:cNvSpPr>
          <p:nvPr>
            <p:ph type="sldNum" sz="quarter" idx="2"/>
          </p:nvPr>
        </p:nvSpPr>
        <p:spPr/>
        <p:txBody>
          <a:bodyPr/>
          <a:lstStyle/>
          <a:p>
            <a:fld id="{86CB4B4D-7CA3-9044-876B-883B54F8677D}" type="slidenum">
              <a:rPr lang="en-US" altLang="ko-KR" smtClean="0"/>
              <a:t>18</a:t>
            </a:fld>
            <a:r>
              <a:rPr lang="en-US" altLang="ko-KR"/>
              <a:t>/19</a:t>
            </a:r>
            <a:endParaRPr lang="ko-KR" altLang="en-US"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ag"/>
          <p:cNvSpPr txBox="1">
            <a:spLocks/>
          </p:cNvSpPr>
          <p:nvPr/>
        </p:nvSpPr>
        <p:spPr>
          <a:xfrm>
            <a:off x="720000" y="450000"/>
            <a:ext cx="21000000" cy="600000"/>
          </a:xfrm>
          <a:prstGeom prst="rect">
            <a:avLst/>
          </a:prstGeom>
        </p:spPr>
        <p:txBody>
          <a:bodyPr lIns="50800" tIns="30000" rIns="50800" bIns="30000" anchor="ctr">
            <a:noAutofit/>
          </a:bodyPr>
          <a:lstStyle/>
          <a:p>
            <a:pPr algn="l"/>
            <a:r>
              <a:rPr lang="en-US" altLang="ko-KR" sz="2600" b="1" i="0" dirty="0">
                <a:solidFill>
                  <a:srgbClr val="2E74B5"/>
                </a:solidFill>
                <a:latin typeface="Avenir Next Medium"/>
                <a:ea typeface="Avenir Next Medium"/>
                <a:cs typeface="Avenir Next Medium"/>
              </a:rPr>
              <a:t>Paper Review · Pipeline</a:t>
            </a:r>
          </a:p>
        </p:txBody>
      </p:sp>
      <p:sp>
        <p:nvSpPr>
          <p:cNvPr id="12" name="Title"/>
          <p:cNvSpPr txBox="1">
            <a:spLocks/>
          </p:cNvSpPr>
          <p:nvPr/>
        </p:nvSpPr>
        <p:spPr>
          <a:xfrm>
            <a:off x="700000" y="1040000"/>
            <a:ext cx="22980000" cy="940000"/>
          </a:xfrm>
          <a:prstGeom prst="rect">
            <a:avLst/>
          </a:prstGeom>
        </p:spPr>
        <p:txBody>
          <a:bodyPr lIns="50800" tIns="30000" rIns="50800" bIns="30000" anchor="ctr">
            <a:noAutofit/>
          </a:bodyPr>
          <a:lstStyle/>
          <a:p>
            <a:pPr algn="l"/>
            <a:r>
              <a:rPr lang="en-US" altLang="ko-KR" sz="5200" b="1" i="0" dirty="0">
                <a:solidFill>
                  <a:srgbClr val="000000"/>
                </a:solidFill>
                <a:latin typeface="AvenirNext-DemiBold"/>
                <a:ea typeface="AvenirNext-DemiBold"/>
                <a:cs typeface="AvenirNext-DemiBold"/>
              </a:rPr>
              <a:t>The PWC-Diff Pipeline, End to End</a:t>
            </a:r>
          </a:p>
        </p:txBody>
      </p:sp>
      <p:sp>
        <p:nvSpPr>
          <p:cNvPr id="13" name="Subtitle"/>
          <p:cNvSpPr txBox="1">
            <a:spLocks/>
          </p:cNvSpPr>
          <p:nvPr/>
        </p:nvSpPr>
        <p:spPr>
          <a:xfrm>
            <a:off x="760000" y="2040000"/>
            <a:ext cx="22600000" cy="700000"/>
          </a:xfrm>
          <a:prstGeom prst="rect">
            <a:avLst/>
          </a:prstGeom>
        </p:spPr>
        <p:txBody>
          <a:bodyPr lIns="50800" tIns="30000" rIns="50800" bIns="30000" anchor="ctr">
            <a:noAutofit/>
          </a:bodyPr>
          <a:lstStyle/>
          <a:p>
            <a:pPr algn="l"/>
            <a:r>
              <a:rPr lang="en-US" altLang="ko-KR" sz="3300" b="1" i="1" dirty="0">
                <a:solidFill>
                  <a:srgbClr val="C00000"/>
                </a:solidFill>
                <a:latin typeface="Avenir Next Medium"/>
                <a:ea typeface="Avenir Next Medium"/>
                <a:cs typeface="Avenir Next Medium"/>
              </a:rPr>
              <a:t>Forward corrupts with a learned channel + noise · Reverse (FusedFormer) recovers the signal</a:t>
            </a:r>
          </a:p>
        </p:txBody>
      </p:sp>
      <p:pic>
        <p:nvPicPr>
          <p:cNvPr id="20" name="fig2"/>
          <p:cNvPicPr>
            <a:picLocks noChangeAspect="1"/>
          </p:cNvPicPr>
          <p:nvPr/>
        </p:nvPicPr>
        <p:blipFill>
          <a:blip r:embed="rId3"/>
          <a:stretch>
            <a:fillRect/>
          </a:stretch>
        </p:blipFill>
        <p:spPr>
          <a:xfrm>
            <a:off x="3500440" y="2691330"/>
            <a:ext cx="17762362" cy="9984670"/>
          </a:xfrm>
          <a:prstGeom prst="rect">
            <a:avLst/>
          </a:prstGeom>
        </p:spPr>
      </p:pic>
      <p:sp>
        <p:nvSpPr>
          <p:cNvPr id="3" name="슬라이드 번호 개체 틀 2">
            <a:extLst>
              <a:ext uri="{FF2B5EF4-FFF2-40B4-BE49-F238E27FC236}">
                <a16:creationId xmlns:a16="http://schemas.microsoft.com/office/drawing/2014/main" id="{00B36DF1-9268-E966-942C-4204E95E4A0E}"/>
              </a:ext>
            </a:extLst>
          </p:cNvPr>
          <p:cNvSpPr>
            <a:spLocks noGrp="1"/>
          </p:cNvSpPr>
          <p:nvPr>
            <p:ph type="sldNum" sz="quarter" idx="2"/>
          </p:nvPr>
        </p:nvSpPr>
        <p:spPr/>
        <p:txBody>
          <a:bodyPr/>
          <a:lstStyle/>
          <a:p>
            <a:fld id="{86CB4B4D-7CA3-9044-876B-883B54F8677D}" type="slidenum">
              <a:rPr lang="en-US" altLang="ko-KR" smtClean="0"/>
              <a:t>19</a:t>
            </a:fld>
            <a:r>
              <a:rPr lang="en-US" altLang="ko-KR"/>
              <a:t>/19</a:t>
            </a:r>
            <a:endParaRPr lang="ko-KR" altLang="en-US"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1" name="Tag"/>
          <p:cNvSpPr txBox="1">
            <a:spLocks/>
          </p:cNvSpPr>
          <p:nvPr/>
        </p:nvSpPr>
        <p:spPr>
          <a:xfrm>
            <a:off x="720000" y="450000"/>
            <a:ext cx="21000000" cy="600000"/>
          </a:xfrm>
          <a:prstGeom prst="rect">
            <a:avLst/>
          </a:prstGeom>
        </p:spPr>
        <p:txBody>
          <a:bodyPr lIns="50800" tIns="30000" rIns="50800" bIns="30000" anchor="ctr">
            <a:noAutofit/>
          </a:bodyPr>
          <a:lstStyle/>
          <a:p>
            <a:pPr algn="l"/>
            <a:r>
              <a:rPr lang="en-US" altLang="ko-KR" sz="2600" b="1" i="0" dirty="0">
                <a:solidFill>
                  <a:srgbClr val="2E74B5"/>
                </a:solidFill>
                <a:latin typeface="Avenir Next Medium"/>
                <a:ea typeface="Avenir Next Medium"/>
                <a:cs typeface="Avenir Next Medium"/>
              </a:rPr>
              <a:t>Paper Review · Results</a:t>
            </a:r>
          </a:p>
        </p:txBody>
      </p:sp>
      <p:sp>
        <p:nvSpPr>
          <p:cNvPr id="12" name="Title"/>
          <p:cNvSpPr txBox="1">
            <a:spLocks/>
          </p:cNvSpPr>
          <p:nvPr/>
        </p:nvSpPr>
        <p:spPr>
          <a:xfrm>
            <a:off x="700000" y="1040000"/>
            <a:ext cx="22980000" cy="940000"/>
          </a:xfrm>
          <a:prstGeom prst="rect">
            <a:avLst/>
          </a:prstGeom>
        </p:spPr>
        <p:txBody>
          <a:bodyPr lIns="50800" tIns="30000" rIns="50800" bIns="30000" anchor="ctr">
            <a:noAutofit/>
          </a:bodyPr>
          <a:lstStyle/>
          <a:p>
            <a:pPr algn="l"/>
            <a:r>
              <a:rPr lang="en-US" altLang="ko-KR" sz="5200" b="1" i="0" dirty="0">
                <a:solidFill>
                  <a:srgbClr val="000000"/>
                </a:solidFill>
                <a:latin typeface="AvenirNext-DemiBold"/>
                <a:ea typeface="AvenirNext-DemiBold"/>
                <a:cs typeface="AvenirNext-DemiBold"/>
              </a:rPr>
              <a:t>SOTA — Let’s Read the Table Together</a:t>
            </a:r>
          </a:p>
        </p:txBody>
      </p:sp>
      <p:sp>
        <p:nvSpPr>
          <p:cNvPr id="13" name="Subtitle"/>
          <p:cNvSpPr txBox="1">
            <a:spLocks/>
          </p:cNvSpPr>
          <p:nvPr/>
        </p:nvSpPr>
        <p:spPr>
          <a:xfrm>
            <a:off x="760000" y="2040000"/>
            <a:ext cx="22600000" cy="700000"/>
          </a:xfrm>
          <a:prstGeom prst="rect">
            <a:avLst/>
          </a:prstGeom>
        </p:spPr>
        <p:txBody>
          <a:bodyPr lIns="50800" tIns="30000" rIns="50800" bIns="30000" anchor="ctr">
            <a:noAutofit/>
          </a:bodyPr>
          <a:lstStyle/>
          <a:p>
            <a:pPr algn="l"/>
            <a:r>
              <a:rPr lang="en-US" altLang="ko-KR" sz="3300" b="1" i="1" dirty="0">
                <a:solidFill>
                  <a:srgbClr val="C00000"/>
                </a:solidFill>
                <a:latin typeface="Avenir Next Medium"/>
                <a:ea typeface="Avenir Next Medium"/>
                <a:cs typeface="Avenir Next Medium"/>
              </a:rPr>
              <a:t>Rank 1.0 overall — the interesting part is where the margins are</a:t>
            </a:r>
          </a:p>
        </p:txBody>
      </p:sp>
      <p:pic>
        <p:nvPicPr>
          <p:cNvPr id="20" name="table2"/>
          <p:cNvPicPr>
            <a:picLocks noChangeAspect="1"/>
          </p:cNvPicPr>
          <p:nvPr/>
        </p:nvPicPr>
        <p:blipFill>
          <a:blip r:embed="rId3"/>
          <a:stretch>
            <a:fillRect/>
          </a:stretch>
        </p:blipFill>
        <p:spPr>
          <a:xfrm>
            <a:off x="2546176" y="2971450"/>
            <a:ext cx="18745199" cy="7453486"/>
          </a:xfrm>
          <a:prstGeom prst="rect">
            <a:avLst/>
          </a:prstGeom>
        </p:spPr>
      </p:pic>
      <p:sp>
        <p:nvSpPr>
          <p:cNvPr id="21" name="Disc"/>
          <p:cNvSpPr txBox="1">
            <a:spLocks/>
          </p:cNvSpPr>
          <p:nvPr/>
        </p:nvSpPr>
        <p:spPr>
          <a:xfrm>
            <a:off x="1240322" y="10897676"/>
            <a:ext cx="22864000" cy="2050000"/>
          </a:xfrm>
          <a:prstGeom prst="rect">
            <a:avLst/>
          </a:prstGeom>
        </p:spPr>
        <p:txBody>
          <a:bodyPr lIns="50800" tIns="30000" rIns="50800" bIns="30000" anchor="t">
            <a:noAutofit/>
          </a:bodyPr>
          <a:lstStyle/>
          <a:p>
            <a:pPr marL="520000" indent="-520000" algn="l">
              <a:spcBef>
                <a:spcPts val="300"/>
              </a:spcBef>
              <a:buFont typeface="Wingdings"/>
              <a:buChar char="Ø"/>
            </a:pPr>
            <a:r>
              <a:rPr lang="en-US" altLang="ko-KR" sz="2800" b="0" i="0" dirty="0">
                <a:solidFill>
                  <a:srgbClr val="000000"/>
                </a:solidFill>
                <a:latin typeface="Avenir Next Medium"/>
                <a:ea typeface="Avenir Next Medium"/>
                <a:cs typeface="Avenir Next Medium"/>
              </a:rPr>
              <a:t>Top rank on all four datasets — but some margins are thin (RML2016: 63.60 vs IQFormer 63.54)</a:t>
            </a:r>
          </a:p>
          <a:p>
            <a:pPr marL="520000" indent="-520000" algn="l">
              <a:spcBef>
                <a:spcPts val="900"/>
              </a:spcBef>
              <a:buFont typeface="Wingdings"/>
              <a:buChar char="Ø"/>
            </a:pPr>
            <a:r>
              <a:rPr lang="en-US" altLang="ko-KR" sz="2800" b="0" i="0" dirty="0">
                <a:solidFill>
                  <a:srgbClr val="000000"/>
                </a:solidFill>
                <a:latin typeface="Avenir Next Medium"/>
                <a:ea typeface="Avenir Next Medium"/>
                <a:cs typeface="Avenir Next Medium"/>
              </a:rPr>
              <a:t>Clearest win is TechRec (WTC): 91.0 avg vs 88.8 next best</a:t>
            </a:r>
          </a:p>
          <a:p>
            <a:pPr marL="520000" indent="-520000" algn="l">
              <a:spcBef>
                <a:spcPts val="900"/>
              </a:spcBef>
              <a:buFont typeface="Wingdings"/>
              <a:buChar char="Ø"/>
            </a:pPr>
            <a:r>
              <a:rPr lang="en-US" altLang="ko-KR" sz="2800" b="1" i="0" dirty="0">
                <a:solidFill>
                  <a:srgbClr val="26448A"/>
                </a:solidFill>
                <a:latin typeface="Avenir Next Medium"/>
                <a:ea typeface="Avenir Next Medium"/>
                <a:cs typeface="Avenir Next Medium"/>
              </a:rPr>
              <a:t>→ Worth discussing: how much of the gain is the de-channeling idea vs the FusedFormer backbone?</a:t>
            </a:r>
          </a:p>
        </p:txBody>
      </p:sp>
      <p:sp>
        <p:nvSpPr>
          <p:cNvPr id="3" name="슬라이드 번호 개체 틀 2">
            <a:extLst>
              <a:ext uri="{FF2B5EF4-FFF2-40B4-BE49-F238E27FC236}">
                <a16:creationId xmlns:a16="http://schemas.microsoft.com/office/drawing/2014/main" id="{20A7B3E4-9178-A3CE-36BE-6419E3709A61}"/>
              </a:ext>
            </a:extLst>
          </p:cNvPr>
          <p:cNvSpPr>
            <a:spLocks noGrp="1"/>
          </p:cNvSpPr>
          <p:nvPr>
            <p:ph type="sldNum" sz="quarter" idx="2"/>
          </p:nvPr>
        </p:nvSpPr>
        <p:spPr/>
        <p:txBody>
          <a:bodyPr/>
          <a:lstStyle/>
          <a:p>
            <a:fld id="{86CB4B4D-7CA3-9044-876B-883B54F8677D}" type="slidenum">
              <a:rPr lang="en-US" altLang="ko-KR" smtClean="0"/>
              <a:t>20</a:t>
            </a:fld>
            <a:r>
              <a:rPr lang="en-US" altLang="ko-KR"/>
              <a:t>/19</a:t>
            </a:r>
            <a:endParaRPr lang="ko-KR" altLang="en-US"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EEA7358-8D55-BC02-57A1-173A60DA2F90}"/>
            </a:ext>
          </a:extLst>
        </p:cNvPr>
        <p:cNvGrpSpPr/>
        <p:nvPr/>
      </p:nvGrpSpPr>
      <p:grpSpPr>
        <a:xfrm>
          <a:off x="0" y="0"/>
          <a:ext cx="0" cy="0"/>
          <a:chOff x="0" y="0"/>
          <a:chExt cx="0" cy="0"/>
        </a:xfrm>
      </p:grpSpPr>
      <p:sp>
        <p:nvSpPr>
          <p:cNvPr id="2" name="DivTitle">
            <a:extLst>
              <a:ext uri="{FF2B5EF4-FFF2-40B4-BE49-F238E27FC236}">
                <a16:creationId xmlns:a16="http://schemas.microsoft.com/office/drawing/2014/main" id="{D5D2A389-9FD3-9ABE-4A08-61B3969601AD}"/>
              </a:ext>
            </a:extLst>
          </p:cNvPr>
          <p:cNvSpPr txBox="1">
            <a:spLocks/>
          </p:cNvSpPr>
          <p:nvPr/>
        </p:nvSpPr>
        <p:spPr>
          <a:xfrm>
            <a:off x="0" y="6083000"/>
            <a:ext cx="24384000" cy="1550000"/>
          </a:xfrm>
          <a:prstGeom prst="rect">
            <a:avLst/>
          </a:prstGeom>
        </p:spPr>
        <p:txBody>
          <a:bodyPr lIns="50800" tIns="30000" rIns="50800" bIns="30000" anchor="ctr">
            <a:noAutofit/>
          </a:bodyPr>
          <a:lstStyle/>
          <a:p>
            <a:pPr algn="ctr"/>
            <a:r>
              <a:rPr lang="en-US" altLang="ko-KR" sz="10000" b="1" dirty="0">
                <a:latin typeface="AvenirNext-DemiBold"/>
                <a:ea typeface="AvenirNext-DemiBold"/>
                <a:cs typeface="AvenirNext-DemiBold"/>
              </a:rPr>
              <a:t>Thank you!</a:t>
            </a:r>
            <a:endParaRPr lang="en-US" altLang="ko-KR" sz="10000" b="1" i="0" dirty="0">
              <a:solidFill>
                <a:srgbClr val="000000"/>
              </a:solidFill>
              <a:latin typeface="AvenirNext-DemiBold"/>
              <a:ea typeface="AvenirNext-DemiBold"/>
              <a:cs typeface="AvenirNext-DemiBold"/>
            </a:endParaRPr>
          </a:p>
        </p:txBody>
      </p:sp>
    </p:spTree>
    <p:extLst>
      <p:ext uri="{BB962C8B-B14F-4D97-AF65-F5344CB8AC3E}">
        <p14:creationId xmlns:p14="http://schemas.microsoft.com/office/powerpoint/2010/main" val="566617519"/>
      </p:ext>
    </p:extLst>
  </p:cSld>
  <p:clrMapOvr>
    <a:masterClrMapping/>
  </p:clrMapOvr>
</p:sld>
</file>

<file path=ppt/theme/theme1.xml><?xml version="1.0" encoding="utf-8"?>
<a:theme xmlns:a="http://schemas.openxmlformats.org/drawingml/2006/main" name="23_ClassicWhite">
  <a:themeElements>
    <a:clrScheme name="23_ClassicWhite">
      <a:dk1>
        <a:srgbClr val="000000"/>
      </a:dk1>
      <a:lt1>
        <a:srgbClr val="FFFFFF"/>
      </a:lt1>
      <a:dk2>
        <a:srgbClr val="5E5E5E"/>
      </a:dk2>
      <a:lt2>
        <a:srgbClr val="D5D5D5"/>
      </a:lt2>
      <a:accent1>
        <a:srgbClr val="3E74D1"/>
      </a:accent1>
      <a:accent2>
        <a:srgbClr val="33C5B9"/>
      </a:accent2>
      <a:accent3>
        <a:srgbClr val="45B53C"/>
      </a:accent3>
      <a:accent4>
        <a:srgbClr val="FFBD16"/>
      </a:accent4>
      <a:accent5>
        <a:srgbClr val="E22146"/>
      </a:accent5>
      <a:accent6>
        <a:srgbClr val="836BB7"/>
      </a:accent6>
      <a:hlink>
        <a:srgbClr val="0000FF"/>
      </a:hlink>
      <a:folHlink>
        <a:srgbClr val="FF00FF"/>
      </a:folHlink>
    </a:clrScheme>
    <a:fontScheme name="23_ClassicWhite">
      <a:majorFont>
        <a:latin typeface="Avenir Next Regular"/>
        <a:ea typeface="Avenir Next Regular"/>
        <a:cs typeface="Avenir Next Regular"/>
      </a:majorFont>
      <a:minorFont>
        <a:latin typeface="Avenir Next Regular"/>
        <a:ea typeface="Avenir Next Regular"/>
        <a:cs typeface="Avenir Next Regular"/>
      </a:minorFont>
    </a:fontScheme>
    <a:fmtScheme name="23_ClassicWhit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000000"/>
        </a:solidFill>
        <a:ln w="12700" cap="flat">
          <a:noFill/>
          <a:miter lim="400000"/>
        </a:ln>
        <a:effectLst/>
        <a:sp3d/>
      </a:spPr>
      <a:bodyPr rot="0" spcFirstLastPara="1" vertOverflow="overflow" horzOverflow="overflow" vert="horz" wrap="square" lIns="50800" tIns="50800" rIns="50800" bIns="50800" numCol="1" spcCol="38100" rtlCol="0" anchor="ctr">
        <a:spAutoFit/>
      </a:bodyPr>
      <a:lstStyle>
        <a:defPPr marL="0" marR="0" indent="0" algn="ctr" defTabSz="1130300" rtl="0" fontAlgn="auto" latinLnBrk="0" hangingPunct="0">
          <a:lnSpc>
            <a:spcPct val="100000"/>
          </a:lnSpc>
          <a:spcBef>
            <a:spcPts val="0"/>
          </a:spcBef>
          <a:spcAft>
            <a:spcPts val="0"/>
          </a:spcAft>
          <a:buClrTx/>
          <a:buSzTx/>
          <a:buFontTx/>
          <a:buNone/>
          <a:tabLst/>
          <a:defRPr kumimoji="0" sz="3200" b="0" i="0" u="none" strike="noStrike" cap="none" spc="0" normalizeH="0" baseline="0">
            <a:ln>
              <a:noFill/>
            </a:ln>
            <a:solidFill>
              <a:srgbClr val="FFFFFF"/>
            </a:solidFill>
            <a:effectLst/>
            <a:uFillTx/>
            <a:latin typeface="+mn-lt"/>
            <a:ea typeface="+mn-ea"/>
            <a:cs typeface="+mn-cs"/>
            <a:sym typeface="Avenir Next Regular"/>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25400" cap="flat">
          <a:solidFill>
            <a:srgbClr val="000000"/>
          </a:solidFill>
          <a:prstDash val="solid"/>
          <a:miter lim="400000"/>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50800" tIns="50800" rIns="50800" bIns="50800" numCol="1" spcCol="38100" rtlCol="0" anchor="ctr">
        <a:spAutoFit/>
      </a:bodyPr>
      <a:lstStyle>
        <a:defPPr marL="0" marR="0" indent="0" algn="l" defTabSz="2438338" rtl="0" fontAlgn="auto" latinLnBrk="0" hangingPunct="0">
          <a:lnSpc>
            <a:spcPct val="90000"/>
          </a:lnSpc>
          <a:spcBef>
            <a:spcPts val="2400"/>
          </a:spcBef>
          <a:spcAft>
            <a:spcPts val="0"/>
          </a:spcAft>
          <a:buClrTx/>
          <a:buSzTx/>
          <a:buFontTx/>
          <a:buNone/>
          <a:tabLst/>
          <a:defRPr kumimoji="0" sz="4400" b="0" i="0" u="none" strike="noStrike" cap="none" spc="0" normalizeH="0" baseline="0">
            <a:ln>
              <a:noFill/>
            </a:ln>
            <a:solidFill>
              <a:srgbClr val="000000"/>
            </a:solidFill>
            <a:effectLst/>
            <a:uFillTx/>
            <a:latin typeface="Avenir Next Medium"/>
            <a:ea typeface="Avenir Next Medium"/>
            <a:cs typeface="Avenir Next Medium"/>
            <a:sym typeface="Avenir Next Medium"/>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ppt/theme/theme2.xml><?xml version="1.0" encoding="utf-8"?>
<a:theme xmlns:a="http://schemas.openxmlformats.org/drawingml/2006/main" name="23_ClassicWhite">
  <a:themeElements>
    <a:clrScheme name="23_ClassicWhite">
      <a:dk1>
        <a:srgbClr val="000000"/>
      </a:dk1>
      <a:lt1>
        <a:srgbClr val="FFFFFF"/>
      </a:lt1>
      <a:dk2>
        <a:srgbClr val="5E5E5E"/>
      </a:dk2>
      <a:lt2>
        <a:srgbClr val="D5D5D5"/>
      </a:lt2>
      <a:accent1>
        <a:srgbClr val="3E74D1"/>
      </a:accent1>
      <a:accent2>
        <a:srgbClr val="33C5B9"/>
      </a:accent2>
      <a:accent3>
        <a:srgbClr val="45B53C"/>
      </a:accent3>
      <a:accent4>
        <a:srgbClr val="FFBD16"/>
      </a:accent4>
      <a:accent5>
        <a:srgbClr val="E22146"/>
      </a:accent5>
      <a:accent6>
        <a:srgbClr val="836BB7"/>
      </a:accent6>
      <a:hlink>
        <a:srgbClr val="0000FF"/>
      </a:hlink>
      <a:folHlink>
        <a:srgbClr val="FF00FF"/>
      </a:folHlink>
    </a:clrScheme>
    <a:fontScheme name="23_ClassicWhite">
      <a:majorFont>
        <a:latin typeface="Avenir Next Regular"/>
        <a:ea typeface="Avenir Next Regular"/>
        <a:cs typeface="Avenir Next Regular"/>
      </a:majorFont>
      <a:minorFont>
        <a:latin typeface="Avenir Next Regular"/>
        <a:ea typeface="Avenir Next Regular"/>
        <a:cs typeface="Avenir Next Regular"/>
      </a:minorFont>
    </a:fontScheme>
    <a:fmtScheme name="23_ClassicWhit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29999"/>
              </a:schemeClr>
            </a:gs>
            <a:gs pos="100000">
              <a:schemeClr val="phClr">
                <a:tint val="50000"/>
                <a:shade val="100000"/>
                <a:satMod val="350000"/>
              </a:schemeClr>
            </a:gs>
          </a:gsLst>
          <a:lin ang="16200000" scaled="0"/>
        </a:gradFill>
      </a:fillStyleLst>
      <a:lnStyleLst>
        <a:ln w="9525" cap="flat" cmpd="sng" algn="ctr">
          <a:solidFill>
            <a:schemeClr val="phClr">
              <a:shade val="95000"/>
              <a:satMod val="104999"/>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effectStyle>
        <a:effectStyle>
          <a:effectLst/>
        </a:effectStyle>
        <a:effectStyle>
          <a:effectLst/>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solidFill>
          <a:srgbClr val="000000"/>
        </a:solidFill>
        <a:ln w="12700" cap="flat">
          <a:noFill/>
          <a:miter lim="400000"/>
        </a:ln>
        <a:effectLst/>
        <a:sp3d/>
      </a:spPr>
      <a:bodyPr rot="0" spcFirstLastPara="1" vertOverflow="overflow" horzOverflow="overflow" vert="horz" wrap="square" lIns="50800" tIns="50800" rIns="50800" bIns="50800" numCol="1" spcCol="38100" rtlCol="0" anchor="ctr">
        <a:spAutoFit/>
      </a:bodyPr>
      <a:lstStyle>
        <a:defPPr marL="0" marR="0" indent="0" algn="ctr" defTabSz="1130300" rtl="0" fontAlgn="auto" latinLnBrk="0" hangingPunct="0">
          <a:lnSpc>
            <a:spcPct val="100000"/>
          </a:lnSpc>
          <a:spcBef>
            <a:spcPts val="0"/>
          </a:spcBef>
          <a:spcAft>
            <a:spcPts val="0"/>
          </a:spcAft>
          <a:buClrTx/>
          <a:buSzTx/>
          <a:buFontTx/>
          <a:buNone/>
          <a:tabLst/>
          <a:defRPr kumimoji="0" sz="3200" b="0" i="0" u="none" strike="noStrike" cap="none" spc="0" normalizeH="0" baseline="0">
            <a:ln>
              <a:noFill/>
            </a:ln>
            <a:solidFill>
              <a:srgbClr val="FFFFFF"/>
            </a:solidFill>
            <a:effectLst/>
            <a:uFillTx/>
            <a:latin typeface="+mn-lt"/>
            <a:ea typeface="+mn-ea"/>
            <a:cs typeface="+mn-cs"/>
            <a:sym typeface="Avenir Next Regular"/>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spDef>
    <a:lnDef>
      <a:spPr>
        <a:noFill/>
        <a:ln w="25400" cap="flat">
          <a:solidFill>
            <a:srgbClr val="000000"/>
          </a:solidFill>
          <a:prstDash val="solid"/>
          <a:miter lim="400000"/>
        </a:ln>
        <a:effectLst/>
        <a:sp3d/>
      </a:spPr>
      <a:bodyPr rot="0" spcFirstLastPara="1" vertOverflow="overflow" horzOverflow="overflow" vert="horz" wrap="square" lIns="91439" tIns="45719" rIns="91439" bIns="45719" numCol="1" spcCol="38100" rtlCol="0" anchor="t">
        <a:noAutofit/>
      </a:bodyPr>
      <a:lstStyle>
        <a:def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lnDef>
    <a:txDef>
      <a:spPr>
        <a:noFill/>
        <a:ln w="12700" cap="flat">
          <a:noFill/>
          <a:miter lim="400000"/>
        </a:ln>
        <a:effectLst/>
        <a:sp3d/>
      </a:spPr>
      <a:bodyPr rot="0" spcFirstLastPara="1" vertOverflow="overflow" horzOverflow="overflow" vert="horz" wrap="square" lIns="50800" tIns="50800" rIns="50800" bIns="50800" numCol="1" spcCol="38100" rtlCol="0" anchor="ctr">
        <a:spAutoFit/>
      </a:bodyPr>
      <a:lstStyle>
        <a:defPPr marL="0" marR="0" indent="0" algn="l" defTabSz="2438338" rtl="0" fontAlgn="auto" latinLnBrk="0" hangingPunct="0">
          <a:lnSpc>
            <a:spcPct val="90000"/>
          </a:lnSpc>
          <a:spcBef>
            <a:spcPts val="2400"/>
          </a:spcBef>
          <a:spcAft>
            <a:spcPts val="0"/>
          </a:spcAft>
          <a:buClrTx/>
          <a:buSzTx/>
          <a:buFontTx/>
          <a:buNone/>
          <a:tabLst/>
          <a:defRPr kumimoji="0" sz="4400" b="0" i="0" u="none" strike="noStrike" cap="none" spc="0" normalizeH="0" baseline="0">
            <a:ln>
              <a:noFill/>
            </a:ln>
            <a:solidFill>
              <a:srgbClr val="000000"/>
            </a:solidFill>
            <a:effectLst/>
            <a:uFillTx/>
            <a:latin typeface="Avenir Next Medium"/>
            <a:ea typeface="Avenir Next Medium"/>
            <a:cs typeface="Avenir Next Medium"/>
            <a:sym typeface="Avenir Next Medium"/>
          </a:defRPr>
        </a:defPPr>
        <a:lvl1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1pPr>
        <a:lvl2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2pPr>
        <a:lvl3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3pPr>
        <a:lvl4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4pPr>
        <a:lvl5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5pPr>
        <a:lvl6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6pPr>
        <a:lvl7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7pPr>
        <a:lvl8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8pPr>
        <a:lvl9pPr marL="0" marR="0" indent="0" algn="l" defTabSz="914400" rtl="0" fontAlgn="auto" latinLnBrk="1" hangingPunct="0">
          <a:lnSpc>
            <a:spcPct val="100000"/>
          </a:lnSpc>
          <a:spcBef>
            <a:spcPts val="0"/>
          </a:spcBef>
          <a:spcAft>
            <a:spcPts val="0"/>
          </a:spcAft>
          <a:buClrTx/>
          <a:buSzTx/>
          <a:buFontTx/>
          <a:buNone/>
          <a:tabLst/>
          <a:defRPr kumimoji="0" sz="1800" b="0" i="0" u="none" strike="noStrike" cap="none" spc="0" normalizeH="0" baseline="0">
            <a:ln>
              <a:noFill/>
            </a:ln>
            <a:solidFill>
              <a:srgbClr val="000000"/>
            </a:solidFill>
            <a:effectLst/>
            <a:uFillTx/>
          </a:defRPr>
        </a:lvl9pPr>
      </a:lstStyle>
      <a:style>
        <a:lnRef idx="0">
          <a:scrgbClr r="0" g="0" b="0"/>
        </a:lnRef>
        <a:fillRef idx="0">
          <a:scrgbClr r="0" g="0" b="0"/>
        </a:fillRef>
        <a:effectRef idx="0">
          <a:scrgbClr r="0" g="0" b="0"/>
        </a:effectRef>
        <a:fontRef idx="none"/>
      </a:style>
    </a:txDef>
  </a:objectDefaults>
  <a:extraClrSchemeLst/>
</a:theme>
</file>

<file path=ppt/theme/theme3.xml><?xml version="1.0" encoding="utf-8"?>
<a:theme xmlns:a="http://schemas.openxmlformats.org/drawingml/2006/main" name="Office 테마">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맑은 고딕"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맑은 고딕"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29229</TotalTime>
  <Words>2430</Words>
  <Application>Microsoft Macintosh PowerPoint</Application>
  <PresentationFormat>사용자 지정</PresentationFormat>
  <Paragraphs>222</Paragraphs>
  <Slides>21</Slides>
  <Notes>21</Notes>
  <HiddenSlides>0</HiddenSlides>
  <MMClips>0</MMClips>
  <ScaleCrop>false</ScaleCrop>
  <HeadingPairs>
    <vt:vector size="6" baseType="variant">
      <vt:variant>
        <vt:lpstr>사용한 글꼴</vt:lpstr>
      </vt:variant>
      <vt:variant>
        <vt:i4>9</vt:i4>
      </vt:variant>
      <vt:variant>
        <vt:lpstr>테마</vt:lpstr>
      </vt:variant>
      <vt:variant>
        <vt:i4>1</vt:i4>
      </vt:variant>
      <vt:variant>
        <vt:lpstr>슬라이드 제목</vt:lpstr>
      </vt:variant>
      <vt:variant>
        <vt:i4>21</vt:i4>
      </vt:variant>
    </vt:vector>
  </HeadingPairs>
  <TitlesOfParts>
    <vt:vector size="31" baseType="lpstr">
      <vt:lpstr>Canela Bold</vt:lpstr>
      <vt:lpstr>Canela Deck Regular</vt:lpstr>
      <vt:lpstr>Canela Regular</vt:lpstr>
      <vt:lpstr>Arial</vt:lpstr>
      <vt:lpstr>Avenir Next Medium</vt:lpstr>
      <vt:lpstr>Avenir Next Regular</vt:lpstr>
      <vt:lpstr>AvenirNext-DemiBold</vt:lpstr>
      <vt:lpstr>Helvetica Neue</vt:lpstr>
      <vt:lpstr>Wingdings</vt:lpstr>
      <vt:lpstr>23_ClassicWhite</vt:lpstr>
      <vt:lpstr>Team Meeting</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lpstr>PowerPoint 프레젠테이션</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김재현</dc:creator>
  <cp:lastModifiedBy>Jeong Yunjung</cp:lastModifiedBy>
  <cp:revision>363</cp:revision>
  <dcterms:modified xsi:type="dcterms:W3CDTF">2026-07-14T01:23:39Z</dcterms:modified>
</cp:coreProperties>
</file>