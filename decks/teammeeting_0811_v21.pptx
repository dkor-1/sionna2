
<file path=[Content_Types].xml><?xml version="1.0" encoding="utf-8"?>
<Types xmlns="http://schemas.openxmlformats.org/package/2006/content-types">
  <Default Extension="emf" ContentType="image/x-emf"/>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p:sldMasterIdLst>
    <p:sldMasterId id="2147483648" r:id="rId1"/>
  </p:sldMasterIdLst>
  <p:notesMasterIdLst>
    <p:notesMasterId r:id="rId11"/>
  </p:notesMasterIdLst>
  <p:handoutMasterIdLst>
    <p:handoutMasterId r:id="rId12"/>
  </p:handoutMasterIdLst>
  <p:sldIdLst>
    <p:sldId id="368" r:id="rId2"/>
    <p:sldId id="369" r:id="rId3"/>
    <p:sldId id="370" r:id="rId4"/>
    <p:sldId id="371" r:id="rId5"/>
    <p:sldId id="372" r:id="rId6"/>
    <p:sldId id="373" r:id="rId7"/>
    <p:sldId id="374" r:id="rId8"/>
    <p:sldId id="375" r:id="rId9"/>
    <p:sldId id="377" r:id="rId17"/>
    <p:sldId id="378" r:id="rId18"/>
    <p:sldId id="376" r:id="rId10"/>
  </p:sldIdLst>
  <p:sldSz cx="24384000" cy="13716000"/>
  <p:notesSz cx="6858000" cy="9144000"/>
  <p:defaultTex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l" defTabSz="2438338" rtl="0" fontAlgn="auto" latinLnBrk="0" hangingPunct="0">
      <a:lnSpc>
        <a:spcPct val="90000"/>
      </a:lnSpc>
      <a:spcBef>
        <a:spcPts val="2400"/>
      </a:spcBef>
      <a:spcAft>
        <a:spcPts val="0"/>
      </a:spcAft>
      <a:buClrTx/>
      <a:buSzTx/>
      <a:buFontTx/>
      <a:buNone/>
      <a:tabLst/>
      <a:defRPr kumimoji="0" sz="4400" b="0" i="0" u="none" strike="noStrike" cap="none" spc="0" normalizeH="0" baseline="0">
        <a:ln>
          <a:noFill/>
        </a:ln>
        <a:solidFill>
          <a:srgbClr val="000000"/>
        </a:solidFill>
        <a:effectLst/>
        <a:uFillTx/>
        <a:latin typeface="Avenir Next Medium"/>
        <a:ea typeface="Avenir Next Medium"/>
        <a:cs typeface="Avenir Next Medium"/>
        <a:sym typeface="Avenir Next Medium"/>
      </a:defRPr>
    </a:lvl1pPr>
    <a:lvl2pPr marL="0" marR="0" indent="457200" algn="l" defTabSz="2438338" rtl="0" fontAlgn="auto" latinLnBrk="0" hangingPunct="0">
      <a:lnSpc>
        <a:spcPct val="90000"/>
      </a:lnSpc>
      <a:spcBef>
        <a:spcPts val="2400"/>
      </a:spcBef>
      <a:spcAft>
        <a:spcPts val="0"/>
      </a:spcAft>
      <a:buClrTx/>
      <a:buSzTx/>
      <a:buFontTx/>
      <a:buNone/>
      <a:tabLst/>
      <a:defRPr kumimoji="0" sz="4400" b="0" i="0" u="none" strike="noStrike" cap="none" spc="0" normalizeH="0" baseline="0">
        <a:ln>
          <a:noFill/>
        </a:ln>
        <a:solidFill>
          <a:srgbClr val="000000"/>
        </a:solidFill>
        <a:effectLst/>
        <a:uFillTx/>
        <a:latin typeface="Avenir Next Medium"/>
        <a:ea typeface="Avenir Next Medium"/>
        <a:cs typeface="Avenir Next Medium"/>
        <a:sym typeface="Avenir Next Medium"/>
      </a:defRPr>
    </a:lvl2pPr>
    <a:lvl3pPr marL="0" marR="0" indent="914400" algn="l" defTabSz="2438338" rtl="0" fontAlgn="auto" latinLnBrk="0" hangingPunct="0">
      <a:lnSpc>
        <a:spcPct val="90000"/>
      </a:lnSpc>
      <a:spcBef>
        <a:spcPts val="2400"/>
      </a:spcBef>
      <a:spcAft>
        <a:spcPts val="0"/>
      </a:spcAft>
      <a:buClrTx/>
      <a:buSzTx/>
      <a:buFontTx/>
      <a:buNone/>
      <a:tabLst/>
      <a:defRPr kumimoji="0" sz="4400" b="0" i="0" u="none" strike="noStrike" cap="none" spc="0" normalizeH="0" baseline="0">
        <a:ln>
          <a:noFill/>
        </a:ln>
        <a:solidFill>
          <a:srgbClr val="000000"/>
        </a:solidFill>
        <a:effectLst/>
        <a:uFillTx/>
        <a:latin typeface="Avenir Next Medium"/>
        <a:ea typeface="Avenir Next Medium"/>
        <a:cs typeface="Avenir Next Medium"/>
        <a:sym typeface="Avenir Next Medium"/>
      </a:defRPr>
    </a:lvl3pPr>
    <a:lvl4pPr marL="0" marR="0" indent="1371600" algn="l" defTabSz="2438338" rtl="0" fontAlgn="auto" latinLnBrk="0" hangingPunct="0">
      <a:lnSpc>
        <a:spcPct val="90000"/>
      </a:lnSpc>
      <a:spcBef>
        <a:spcPts val="2400"/>
      </a:spcBef>
      <a:spcAft>
        <a:spcPts val="0"/>
      </a:spcAft>
      <a:buClrTx/>
      <a:buSzTx/>
      <a:buFontTx/>
      <a:buNone/>
      <a:tabLst/>
      <a:defRPr kumimoji="0" sz="4400" b="0" i="0" u="none" strike="noStrike" cap="none" spc="0" normalizeH="0" baseline="0">
        <a:ln>
          <a:noFill/>
        </a:ln>
        <a:solidFill>
          <a:srgbClr val="000000"/>
        </a:solidFill>
        <a:effectLst/>
        <a:uFillTx/>
        <a:latin typeface="Avenir Next Medium"/>
        <a:ea typeface="Avenir Next Medium"/>
        <a:cs typeface="Avenir Next Medium"/>
        <a:sym typeface="Avenir Next Medium"/>
      </a:defRPr>
    </a:lvl4pPr>
    <a:lvl5pPr marL="0" marR="0" indent="1828800" algn="l" defTabSz="2438338" rtl="0" fontAlgn="auto" latinLnBrk="0" hangingPunct="0">
      <a:lnSpc>
        <a:spcPct val="90000"/>
      </a:lnSpc>
      <a:spcBef>
        <a:spcPts val="2400"/>
      </a:spcBef>
      <a:spcAft>
        <a:spcPts val="0"/>
      </a:spcAft>
      <a:buClrTx/>
      <a:buSzTx/>
      <a:buFontTx/>
      <a:buNone/>
      <a:tabLst/>
      <a:defRPr kumimoji="0" sz="4400" b="0" i="0" u="none" strike="noStrike" cap="none" spc="0" normalizeH="0" baseline="0">
        <a:ln>
          <a:noFill/>
        </a:ln>
        <a:solidFill>
          <a:srgbClr val="000000"/>
        </a:solidFill>
        <a:effectLst/>
        <a:uFillTx/>
        <a:latin typeface="Avenir Next Medium"/>
        <a:ea typeface="Avenir Next Medium"/>
        <a:cs typeface="Avenir Next Medium"/>
        <a:sym typeface="Avenir Next Medium"/>
      </a:defRPr>
    </a:lvl5pPr>
    <a:lvl6pPr marL="0" marR="0" indent="2286000" algn="l" defTabSz="2438338" rtl="0" fontAlgn="auto" latinLnBrk="0" hangingPunct="0">
      <a:lnSpc>
        <a:spcPct val="90000"/>
      </a:lnSpc>
      <a:spcBef>
        <a:spcPts val="2400"/>
      </a:spcBef>
      <a:spcAft>
        <a:spcPts val="0"/>
      </a:spcAft>
      <a:buClrTx/>
      <a:buSzTx/>
      <a:buFontTx/>
      <a:buNone/>
      <a:tabLst/>
      <a:defRPr kumimoji="0" sz="4400" b="0" i="0" u="none" strike="noStrike" cap="none" spc="0" normalizeH="0" baseline="0">
        <a:ln>
          <a:noFill/>
        </a:ln>
        <a:solidFill>
          <a:srgbClr val="000000"/>
        </a:solidFill>
        <a:effectLst/>
        <a:uFillTx/>
        <a:latin typeface="Avenir Next Medium"/>
        <a:ea typeface="Avenir Next Medium"/>
        <a:cs typeface="Avenir Next Medium"/>
        <a:sym typeface="Avenir Next Medium"/>
      </a:defRPr>
    </a:lvl6pPr>
    <a:lvl7pPr marL="0" marR="0" indent="2743200" algn="l" defTabSz="2438338" rtl="0" fontAlgn="auto" latinLnBrk="0" hangingPunct="0">
      <a:lnSpc>
        <a:spcPct val="90000"/>
      </a:lnSpc>
      <a:spcBef>
        <a:spcPts val="2400"/>
      </a:spcBef>
      <a:spcAft>
        <a:spcPts val="0"/>
      </a:spcAft>
      <a:buClrTx/>
      <a:buSzTx/>
      <a:buFontTx/>
      <a:buNone/>
      <a:tabLst/>
      <a:defRPr kumimoji="0" sz="4400" b="0" i="0" u="none" strike="noStrike" cap="none" spc="0" normalizeH="0" baseline="0">
        <a:ln>
          <a:noFill/>
        </a:ln>
        <a:solidFill>
          <a:srgbClr val="000000"/>
        </a:solidFill>
        <a:effectLst/>
        <a:uFillTx/>
        <a:latin typeface="Avenir Next Medium"/>
        <a:ea typeface="Avenir Next Medium"/>
        <a:cs typeface="Avenir Next Medium"/>
        <a:sym typeface="Avenir Next Medium"/>
      </a:defRPr>
    </a:lvl7pPr>
    <a:lvl8pPr marL="0" marR="0" indent="3200400" algn="l" defTabSz="2438338" rtl="0" fontAlgn="auto" latinLnBrk="0" hangingPunct="0">
      <a:lnSpc>
        <a:spcPct val="90000"/>
      </a:lnSpc>
      <a:spcBef>
        <a:spcPts val="2400"/>
      </a:spcBef>
      <a:spcAft>
        <a:spcPts val="0"/>
      </a:spcAft>
      <a:buClrTx/>
      <a:buSzTx/>
      <a:buFontTx/>
      <a:buNone/>
      <a:tabLst/>
      <a:defRPr kumimoji="0" sz="4400" b="0" i="0" u="none" strike="noStrike" cap="none" spc="0" normalizeH="0" baseline="0">
        <a:ln>
          <a:noFill/>
        </a:ln>
        <a:solidFill>
          <a:srgbClr val="000000"/>
        </a:solidFill>
        <a:effectLst/>
        <a:uFillTx/>
        <a:latin typeface="Avenir Next Medium"/>
        <a:ea typeface="Avenir Next Medium"/>
        <a:cs typeface="Avenir Next Medium"/>
        <a:sym typeface="Avenir Next Medium"/>
      </a:defRPr>
    </a:lvl8pPr>
    <a:lvl9pPr marL="0" marR="0" indent="3657600" algn="l" defTabSz="2438338" rtl="0" fontAlgn="auto" latinLnBrk="0" hangingPunct="0">
      <a:lnSpc>
        <a:spcPct val="90000"/>
      </a:lnSpc>
      <a:spcBef>
        <a:spcPts val="2400"/>
      </a:spcBef>
      <a:spcAft>
        <a:spcPts val="0"/>
      </a:spcAft>
      <a:buClrTx/>
      <a:buSzTx/>
      <a:buFontTx/>
      <a:buNone/>
      <a:tabLst/>
      <a:defRPr kumimoji="0" sz="4400" b="0" i="0" u="none" strike="noStrike" cap="none" spc="0" normalizeH="0" baseline="0">
        <a:ln>
          <a:noFill/>
        </a:ln>
        <a:solidFill>
          <a:srgbClr val="000000"/>
        </a:solidFill>
        <a:effectLst/>
        <a:uFillTx/>
        <a:latin typeface="Avenir Next Medium"/>
        <a:ea typeface="Avenir Next Medium"/>
        <a:cs typeface="Avenir Next Medium"/>
        <a:sym typeface="Avenir Next Medium"/>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9D3DA"/>
    <a:srgbClr val="FFFFFF"/>
    <a:srgbClr val="F2F2F2"/>
    <a:srgbClr val="00B0F0"/>
    <a:srgbClr val="4285F5"/>
    <a:srgbClr val="F7FAF7"/>
    <a:srgbClr val="434DD6"/>
    <a:srgbClr val="629AF7"/>
    <a:srgbClr val="8E8A8A"/>
    <a:srgbClr val="00000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940675A-B579-460E-94D1-54222C63F5DA}">
  <a:tblStyle styleId="{4C3C2611-4C71-4FC5-86AE-919BDF0F9419}" styleName="">
    <a:tblBg/>
    <a:wholeTbl>
      <a:tcTxStyle b="off" i="off">
        <a:fontRef idx="minor">
          <a:srgbClr val="000000"/>
        </a:fontRef>
        <a:srgbClr val="000000"/>
      </a:tcTxStyle>
      <a:tcStyle>
        <a:tcBdr>
          <a:left>
            <a:ln w="12700" cap="flat">
              <a:solidFill>
                <a:srgbClr val="000000"/>
              </a:solidFill>
              <a:prstDash val="solid"/>
              <a:miter lim="400000"/>
            </a:ln>
          </a:left>
          <a:right>
            <a:ln w="12700" cap="flat">
              <a:solidFill>
                <a:srgbClr val="000000"/>
              </a:solidFill>
              <a:prstDash val="solid"/>
              <a:miter lim="400000"/>
            </a:ln>
          </a:right>
          <a:top>
            <a:ln w="12700" cap="flat">
              <a:solidFill>
                <a:srgbClr val="000000"/>
              </a:solidFill>
              <a:prstDash val="solid"/>
              <a:miter lim="400000"/>
            </a:ln>
          </a:top>
          <a:bottom>
            <a:ln w="12700" cap="flat">
              <a:solidFill>
                <a:srgbClr val="000000"/>
              </a:solidFill>
              <a:prstDash val="solid"/>
              <a:miter lim="400000"/>
            </a:ln>
          </a:bottom>
          <a:insideH>
            <a:ln w="12700" cap="flat">
              <a:solidFill>
                <a:srgbClr val="000000"/>
              </a:solidFill>
              <a:prstDash val="solid"/>
              <a:miter lim="400000"/>
            </a:ln>
          </a:insideH>
          <a:insideV>
            <a:ln w="12700" cap="flat">
              <a:solidFill>
                <a:srgbClr val="000000"/>
              </a:solidFill>
              <a:prstDash val="solid"/>
              <a:miter lim="400000"/>
            </a:ln>
          </a:insideV>
        </a:tcBdr>
        <a:fill>
          <a:noFill/>
        </a:fill>
      </a:tcStyle>
    </a:wholeTbl>
    <a:band2H>
      <a:tcTxStyle/>
      <a:tcStyle>
        <a:tcBdr/>
        <a:fill>
          <a:solidFill>
            <a:srgbClr val="E3E5E8"/>
          </a:solidFill>
        </a:fill>
      </a:tcStyle>
    </a:band2H>
    <a:firstCol>
      <a:tcTxStyle b="on" i="off">
        <a:font>
          <a:latin typeface="AvenirNext-DemiBold"/>
          <a:ea typeface="AvenirNext-DemiBold"/>
          <a:cs typeface="AvenirNext-DemiBold"/>
        </a:font>
        <a:srgbClr val="000000"/>
      </a:tcTxStyle>
      <a:tcStyle>
        <a:tcBdr>
          <a:left>
            <a:ln w="12700" cap="flat">
              <a:solidFill>
                <a:srgbClr val="000000"/>
              </a:solidFill>
              <a:prstDash val="solid"/>
              <a:miter lim="400000"/>
            </a:ln>
          </a:left>
          <a:right>
            <a:ln w="38100" cap="flat">
              <a:solidFill>
                <a:srgbClr val="000000"/>
              </a:solidFill>
              <a:prstDash val="solid"/>
              <a:miter lim="400000"/>
            </a:ln>
          </a:right>
          <a:top>
            <a:ln w="12700" cap="flat">
              <a:solidFill>
                <a:srgbClr val="000000"/>
              </a:solidFill>
              <a:prstDash val="solid"/>
              <a:miter lim="400000"/>
            </a:ln>
          </a:top>
          <a:bottom>
            <a:ln w="12700" cap="flat">
              <a:solidFill>
                <a:srgbClr val="000000"/>
              </a:solidFill>
              <a:prstDash val="solid"/>
              <a:miter lim="400000"/>
            </a:ln>
          </a:bottom>
          <a:insideH>
            <a:ln w="12700" cap="flat">
              <a:solidFill>
                <a:srgbClr val="000000"/>
              </a:solidFill>
              <a:prstDash val="solid"/>
              <a:miter lim="400000"/>
            </a:ln>
          </a:insideH>
          <a:insideV>
            <a:ln w="12700" cap="flat">
              <a:solidFill>
                <a:srgbClr val="000000"/>
              </a:solidFill>
              <a:prstDash val="solid"/>
              <a:miter lim="400000"/>
            </a:ln>
          </a:insideV>
        </a:tcBdr>
        <a:fill>
          <a:noFill/>
        </a:fill>
      </a:tcStyle>
    </a:firstCol>
    <a:lastRow>
      <a:tcTxStyle b="on" i="off">
        <a:font>
          <a:latin typeface="AvenirNext-DemiBold"/>
          <a:ea typeface="AvenirNext-DemiBold"/>
          <a:cs typeface="AvenirNext-DemiBold"/>
        </a:font>
        <a:srgbClr val="000000"/>
      </a:tcTxStyle>
      <a:tcStyle>
        <a:tcBdr>
          <a:left>
            <a:ln w="12700" cap="flat">
              <a:solidFill>
                <a:srgbClr val="000000"/>
              </a:solidFill>
              <a:prstDash val="solid"/>
              <a:miter lim="400000"/>
            </a:ln>
          </a:left>
          <a:right>
            <a:ln w="12700" cap="flat">
              <a:solidFill>
                <a:srgbClr val="000000"/>
              </a:solidFill>
              <a:prstDash val="solid"/>
              <a:miter lim="400000"/>
            </a:ln>
          </a:right>
          <a:top>
            <a:ln w="38100" cap="flat">
              <a:solidFill>
                <a:srgbClr val="000000"/>
              </a:solidFill>
              <a:prstDash val="solid"/>
              <a:miter lim="400000"/>
            </a:ln>
          </a:top>
          <a:bottom>
            <a:ln w="12700" cap="flat">
              <a:solidFill>
                <a:srgbClr val="000000"/>
              </a:solidFill>
              <a:prstDash val="solid"/>
              <a:miter lim="400000"/>
            </a:ln>
          </a:bottom>
          <a:insideH>
            <a:ln w="12700" cap="flat">
              <a:solidFill>
                <a:srgbClr val="000000"/>
              </a:solidFill>
              <a:prstDash val="solid"/>
              <a:miter lim="400000"/>
            </a:ln>
          </a:insideH>
          <a:insideV>
            <a:ln w="12700" cap="flat">
              <a:solidFill>
                <a:srgbClr val="000000"/>
              </a:solidFill>
              <a:prstDash val="solid"/>
              <a:miter lim="400000"/>
            </a:ln>
          </a:insideV>
        </a:tcBdr>
        <a:fill>
          <a:noFill/>
        </a:fill>
      </a:tcStyle>
    </a:lastRow>
    <a:firstRow>
      <a:tcTxStyle b="on" i="off">
        <a:font>
          <a:latin typeface="AvenirNext-DemiBold"/>
          <a:ea typeface="AvenirNext-DemiBold"/>
          <a:cs typeface="AvenirNext-DemiBold"/>
        </a:font>
        <a:srgbClr val="000000"/>
      </a:tcTxStyle>
      <a:tcStyle>
        <a:tcBdr>
          <a:left>
            <a:ln w="12700" cap="flat">
              <a:solidFill>
                <a:srgbClr val="000000"/>
              </a:solidFill>
              <a:prstDash val="solid"/>
              <a:miter lim="400000"/>
            </a:ln>
          </a:left>
          <a:right>
            <a:ln w="12700" cap="flat">
              <a:solidFill>
                <a:srgbClr val="000000"/>
              </a:solidFill>
              <a:prstDash val="solid"/>
              <a:miter lim="400000"/>
            </a:ln>
          </a:right>
          <a:top>
            <a:ln w="12700" cap="flat">
              <a:solidFill>
                <a:srgbClr val="000000"/>
              </a:solidFill>
              <a:prstDash val="solid"/>
              <a:miter lim="400000"/>
            </a:ln>
          </a:top>
          <a:bottom>
            <a:ln w="38100" cap="flat">
              <a:solidFill>
                <a:srgbClr val="000000"/>
              </a:solidFill>
              <a:prstDash val="solid"/>
              <a:miter lim="400000"/>
            </a:ln>
          </a:bottom>
          <a:insideH>
            <a:ln w="12700" cap="flat">
              <a:solidFill>
                <a:srgbClr val="000000"/>
              </a:solidFill>
              <a:prstDash val="solid"/>
              <a:miter lim="400000"/>
            </a:ln>
          </a:insideH>
          <a:insideV>
            <a:ln w="12700" cap="flat">
              <a:solidFill>
                <a:srgbClr val="000000"/>
              </a:solidFill>
              <a:prstDash val="solid"/>
              <a:miter lim="400000"/>
            </a:ln>
          </a:insideV>
        </a:tcBdr>
        <a:fill>
          <a:noFill/>
        </a:fill>
      </a:tcStyle>
    </a:firstRow>
  </a:tblStyle>
  <a:tblStyle styleId="{C7B018BB-80A7-4F77-B60F-C8B233D01FF8}" styleName="">
    <a:tblBg/>
    <a:wholeTbl>
      <a:tcTxStyle b="off" i="off">
        <a:fontRef idx="minor">
          <a:srgbClr val="000000"/>
        </a:fontRef>
        <a:srgbClr val="000000"/>
      </a:tcTxStyle>
      <a:tcStyle>
        <a:tcBdr>
          <a:left>
            <a:ln w="12700" cap="flat">
              <a:solidFill>
                <a:srgbClr val="536773"/>
              </a:solidFill>
              <a:prstDash val="solid"/>
              <a:miter lim="400000"/>
            </a:ln>
          </a:left>
          <a:right>
            <a:ln w="12700" cap="flat">
              <a:solidFill>
                <a:srgbClr val="536773"/>
              </a:solidFill>
              <a:prstDash val="solid"/>
              <a:miter lim="400000"/>
            </a:ln>
          </a:right>
          <a:top>
            <a:ln w="12700" cap="flat">
              <a:solidFill>
                <a:srgbClr val="536773"/>
              </a:solidFill>
              <a:prstDash val="solid"/>
              <a:miter lim="400000"/>
            </a:ln>
          </a:top>
          <a:bottom>
            <a:ln w="12700" cap="flat">
              <a:solidFill>
                <a:srgbClr val="536773"/>
              </a:solidFill>
              <a:prstDash val="solid"/>
              <a:miter lim="400000"/>
            </a:ln>
          </a:bottom>
          <a:insideH>
            <a:ln w="12700" cap="flat">
              <a:solidFill>
                <a:srgbClr val="536773"/>
              </a:solidFill>
              <a:prstDash val="solid"/>
              <a:miter lim="400000"/>
            </a:ln>
          </a:insideH>
          <a:insideV>
            <a:ln w="12700" cap="flat">
              <a:solidFill>
                <a:srgbClr val="536773"/>
              </a:solidFill>
              <a:prstDash val="solid"/>
              <a:miter lim="400000"/>
            </a:ln>
          </a:insideV>
        </a:tcBdr>
        <a:fill>
          <a:noFill/>
        </a:fill>
      </a:tcStyle>
    </a:wholeTbl>
    <a:band2H>
      <a:tcTxStyle/>
      <a:tcStyle>
        <a:tcBdr/>
        <a:fill>
          <a:solidFill>
            <a:srgbClr val="E3E5E8"/>
          </a:solidFill>
        </a:fill>
      </a:tcStyle>
    </a:band2H>
    <a:firstCol>
      <a:tcTxStyle b="on" i="off">
        <a:font>
          <a:latin typeface="AvenirNext-DemiBold"/>
          <a:ea typeface="AvenirNext-DemiBold"/>
          <a:cs typeface="AvenirNext-DemiBold"/>
        </a:font>
        <a:srgbClr val="000000"/>
      </a:tcTxStyle>
      <a:tcStyle>
        <a:tcBdr>
          <a:left>
            <a:ln w="12700" cap="flat">
              <a:solidFill>
                <a:srgbClr val="000000"/>
              </a:solidFill>
              <a:prstDash val="solid"/>
              <a:miter lim="400000"/>
            </a:ln>
          </a:left>
          <a:right>
            <a:ln w="25400" cap="flat">
              <a:solidFill>
                <a:srgbClr val="000000"/>
              </a:solidFill>
              <a:prstDash val="solid"/>
              <a:miter lim="400000"/>
            </a:ln>
          </a:right>
          <a:top>
            <a:ln w="12700" cap="flat">
              <a:solidFill>
                <a:srgbClr val="536773"/>
              </a:solidFill>
              <a:prstDash val="solid"/>
              <a:miter lim="400000"/>
            </a:ln>
          </a:top>
          <a:bottom>
            <a:ln w="12700" cap="flat">
              <a:solidFill>
                <a:srgbClr val="536773"/>
              </a:solidFill>
              <a:prstDash val="solid"/>
              <a:miter lim="400000"/>
            </a:ln>
          </a:bottom>
          <a:insideH>
            <a:ln w="12700" cap="flat">
              <a:solidFill>
                <a:srgbClr val="536773"/>
              </a:solidFill>
              <a:prstDash val="solid"/>
              <a:miter lim="400000"/>
            </a:ln>
          </a:insideH>
          <a:insideV>
            <a:ln w="12700" cap="flat">
              <a:solidFill>
                <a:srgbClr val="536773"/>
              </a:solidFill>
              <a:prstDash val="solid"/>
              <a:miter lim="400000"/>
            </a:ln>
          </a:insideV>
        </a:tcBdr>
        <a:fill>
          <a:noFill/>
        </a:fill>
      </a:tcStyle>
    </a:firstCol>
    <a:lastRow>
      <a:tcTxStyle b="off" i="off">
        <a:fontRef idx="minor">
          <a:srgbClr val="000000"/>
        </a:fontRef>
        <a:srgbClr val="000000"/>
      </a:tcTxStyle>
      <a:tcStyle>
        <a:tcBdr>
          <a:left>
            <a:ln w="12700" cap="flat">
              <a:solidFill>
                <a:srgbClr val="536773"/>
              </a:solidFill>
              <a:prstDash val="solid"/>
              <a:miter lim="400000"/>
            </a:ln>
          </a:left>
          <a:right>
            <a:ln w="12700" cap="flat">
              <a:solidFill>
                <a:srgbClr val="536773"/>
              </a:solidFill>
              <a:prstDash val="solid"/>
              <a:miter lim="400000"/>
            </a:ln>
          </a:right>
          <a:top>
            <a:ln w="38100" cap="flat">
              <a:solidFill>
                <a:srgbClr val="000000"/>
              </a:solidFill>
              <a:prstDash val="solid"/>
              <a:miter lim="400000"/>
            </a:ln>
          </a:top>
          <a:bottom>
            <a:ln w="12700" cap="flat">
              <a:solidFill>
                <a:srgbClr val="000000"/>
              </a:solidFill>
              <a:prstDash val="solid"/>
              <a:miter lim="400000"/>
            </a:ln>
          </a:bottom>
          <a:insideH>
            <a:ln w="12700" cap="flat">
              <a:solidFill>
                <a:srgbClr val="536773"/>
              </a:solidFill>
              <a:prstDash val="solid"/>
              <a:miter lim="400000"/>
            </a:ln>
          </a:insideH>
          <a:insideV>
            <a:ln w="12700" cap="flat">
              <a:solidFill>
                <a:srgbClr val="536773"/>
              </a:solidFill>
              <a:prstDash val="solid"/>
              <a:miter lim="400000"/>
            </a:ln>
          </a:insideV>
        </a:tcBdr>
        <a:fill>
          <a:noFill/>
        </a:fill>
      </a:tcStyle>
    </a:lastRow>
    <a:firstRow>
      <a:tcTxStyle b="on" i="off">
        <a:font>
          <a:latin typeface="AvenirNext-DemiBold"/>
          <a:ea typeface="AvenirNext-DemiBold"/>
          <a:cs typeface="AvenirNext-DemiBold"/>
        </a:font>
        <a:srgbClr val="000000"/>
      </a:tcTxStyle>
      <a:tcStyle>
        <a:tcBdr>
          <a:left>
            <a:ln w="12700" cap="flat">
              <a:solidFill>
                <a:srgbClr val="536773"/>
              </a:solidFill>
              <a:prstDash val="solid"/>
              <a:miter lim="400000"/>
            </a:ln>
          </a:left>
          <a:right>
            <a:ln w="12700" cap="flat">
              <a:solidFill>
                <a:srgbClr val="536773"/>
              </a:solidFill>
              <a:prstDash val="solid"/>
              <a:miter lim="400000"/>
            </a:ln>
          </a:right>
          <a:top>
            <a:ln w="12700" cap="flat">
              <a:solidFill>
                <a:srgbClr val="000000"/>
              </a:solidFill>
              <a:prstDash val="solid"/>
              <a:miter lim="400000"/>
            </a:ln>
          </a:top>
          <a:bottom>
            <a:ln w="12700" cap="flat">
              <a:solidFill>
                <a:srgbClr val="000000"/>
              </a:solidFill>
              <a:prstDash val="solid"/>
              <a:miter lim="400000"/>
            </a:ln>
          </a:bottom>
          <a:insideH>
            <a:ln w="12700" cap="flat">
              <a:solidFill>
                <a:srgbClr val="536773"/>
              </a:solidFill>
              <a:prstDash val="solid"/>
              <a:miter lim="400000"/>
            </a:ln>
          </a:insideH>
          <a:insideV>
            <a:ln w="12700" cap="flat">
              <a:solidFill>
                <a:srgbClr val="536773"/>
              </a:solidFill>
              <a:prstDash val="solid"/>
              <a:miter lim="400000"/>
            </a:ln>
          </a:insideV>
        </a:tcBdr>
        <a:fill>
          <a:solidFill>
            <a:schemeClr val="accent1">
              <a:hueOff val="-217956"/>
              <a:satOff val="14368"/>
              <a:lumOff val="17764"/>
            </a:schemeClr>
          </a:solidFill>
        </a:fill>
      </a:tcStyle>
    </a:firstRow>
  </a:tblStyle>
  <a:tblStyle styleId="{EEE7283C-3CF3-47DC-8721-378D4A62B228}" styleName="">
    <a:tblBg/>
    <a:wholeTbl>
      <a:tcTxStyle b="off" i="off">
        <a:fontRef idx="minor">
          <a:srgbClr val="000000"/>
        </a:fontRef>
        <a:srgbClr val="000000"/>
      </a:tcTxStyle>
      <a:tcStyle>
        <a:tcBdr>
          <a:left>
            <a:ln w="12700" cap="flat">
              <a:solidFill>
                <a:srgbClr val="838383"/>
              </a:solidFill>
              <a:prstDash val="solid"/>
              <a:miter lim="400000"/>
            </a:ln>
          </a:left>
          <a:right>
            <a:ln w="12700" cap="flat">
              <a:solidFill>
                <a:srgbClr val="838383"/>
              </a:solidFill>
              <a:prstDash val="solid"/>
              <a:miter lim="400000"/>
            </a:ln>
          </a:right>
          <a:top>
            <a:ln w="12700" cap="flat">
              <a:solidFill>
                <a:srgbClr val="838383"/>
              </a:solidFill>
              <a:prstDash val="solid"/>
              <a:miter lim="400000"/>
            </a:ln>
          </a:top>
          <a:bottom>
            <a:ln w="12700" cap="flat">
              <a:solidFill>
                <a:srgbClr val="838383"/>
              </a:solidFill>
              <a:prstDash val="solid"/>
              <a:miter lim="400000"/>
            </a:ln>
          </a:bottom>
          <a:insideH>
            <a:ln w="12700" cap="flat">
              <a:solidFill>
                <a:srgbClr val="838383"/>
              </a:solidFill>
              <a:prstDash val="solid"/>
              <a:miter lim="400000"/>
            </a:ln>
          </a:insideH>
          <a:insideV>
            <a:ln w="12700" cap="flat">
              <a:solidFill>
                <a:srgbClr val="838383"/>
              </a:solidFill>
              <a:prstDash val="solid"/>
              <a:miter lim="400000"/>
            </a:ln>
          </a:insideV>
        </a:tcBdr>
        <a:fill>
          <a:noFill/>
        </a:fill>
      </a:tcStyle>
    </a:wholeTbl>
    <a:band2H>
      <a:tcTxStyle/>
      <a:tcStyle>
        <a:tcBdr/>
        <a:fill>
          <a:solidFill>
            <a:srgbClr val="ECEEEE"/>
          </a:solidFill>
        </a:fill>
      </a:tcStyle>
    </a:band2H>
    <a:firstCol>
      <a:tcTxStyle b="on" i="off">
        <a:font>
          <a:latin typeface="AvenirNext-DemiBold"/>
          <a:ea typeface="AvenirNext-DemiBold"/>
          <a:cs typeface="AvenirNext-DemiBold"/>
        </a:font>
        <a:srgbClr val="000000"/>
      </a:tcTxStyle>
      <a:tcStyle>
        <a:tcBdr>
          <a:left>
            <a:ln w="12700" cap="flat">
              <a:solidFill>
                <a:srgbClr val="4D4D4D"/>
              </a:solidFill>
              <a:prstDash val="solid"/>
              <a:miter lim="400000"/>
            </a:ln>
          </a:left>
          <a:right>
            <a:ln w="12700" cap="flat">
              <a:solidFill>
                <a:srgbClr val="808080"/>
              </a:solidFill>
              <a:prstDash val="solid"/>
              <a:miter lim="400000"/>
            </a:ln>
          </a:right>
          <a:top>
            <a:ln w="12700" cap="flat">
              <a:solidFill>
                <a:srgbClr val="808080"/>
              </a:solidFill>
              <a:prstDash val="solid"/>
              <a:miter lim="400000"/>
            </a:ln>
          </a:top>
          <a:bottom>
            <a:ln w="12700" cap="flat">
              <a:solidFill>
                <a:srgbClr val="808080"/>
              </a:solidFill>
              <a:prstDash val="solid"/>
              <a:miter lim="400000"/>
            </a:ln>
          </a:bottom>
          <a:insideH>
            <a:ln w="12700" cap="flat">
              <a:solidFill>
                <a:srgbClr val="808080"/>
              </a:solidFill>
              <a:prstDash val="solid"/>
              <a:miter lim="400000"/>
            </a:ln>
          </a:insideH>
          <a:insideV>
            <a:ln w="12700" cap="flat">
              <a:solidFill>
                <a:srgbClr val="808080"/>
              </a:solidFill>
              <a:prstDash val="solid"/>
              <a:miter lim="400000"/>
            </a:ln>
          </a:insideV>
        </a:tcBdr>
        <a:fill>
          <a:solidFill>
            <a:schemeClr val="accent3">
              <a:hueOff val="571091"/>
              <a:satOff val="15926"/>
              <a:lumOff val="22314"/>
            </a:schemeClr>
          </a:solidFill>
        </a:fill>
      </a:tcStyle>
    </a:firstCol>
    <a:lastRow>
      <a:tcTxStyle b="off" i="off">
        <a:fontRef idx="minor">
          <a:srgbClr val="000000"/>
        </a:fontRef>
        <a:srgbClr val="000000"/>
      </a:tcTxStyle>
      <a:tcStyle>
        <a:tcBdr>
          <a:left>
            <a:ln w="12700" cap="flat">
              <a:solidFill>
                <a:srgbClr val="000000"/>
              </a:solidFill>
              <a:prstDash val="solid"/>
              <a:miter lim="400000"/>
            </a:ln>
          </a:left>
          <a:right>
            <a:ln w="12700" cap="flat">
              <a:solidFill>
                <a:srgbClr val="000000"/>
              </a:solidFill>
              <a:prstDash val="solid"/>
              <a:miter lim="400000"/>
            </a:ln>
          </a:right>
          <a:top>
            <a:ln w="38100" cap="flat">
              <a:solidFill>
                <a:srgbClr val="45B43B"/>
              </a:solidFill>
              <a:prstDash val="solid"/>
              <a:miter lim="400000"/>
            </a:ln>
          </a:top>
          <a:bottom>
            <a:ln w="12700" cap="flat">
              <a:solidFill>
                <a:srgbClr val="4D4D4D"/>
              </a:solidFill>
              <a:prstDash val="solid"/>
              <a:miter lim="400000"/>
            </a:ln>
          </a:bottom>
          <a:insideH>
            <a:ln w="12700" cap="flat">
              <a:solidFill>
                <a:srgbClr val="000000"/>
              </a:solidFill>
              <a:prstDash val="solid"/>
              <a:miter lim="400000"/>
            </a:ln>
          </a:insideH>
          <a:insideV>
            <a:ln w="12700" cap="flat">
              <a:solidFill>
                <a:srgbClr val="000000"/>
              </a:solidFill>
              <a:prstDash val="solid"/>
              <a:miter lim="400000"/>
            </a:ln>
          </a:insideV>
        </a:tcBdr>
        <a:fill>
          <a:noFill/>
        </a:fill>
      </a:tcStyle>
    </a:lastRow>
    <a:firstRow>
      <a:tcTxStyle b="on" i="off">
        <a:font>
          <a:latin typeface="AvenirNext-DemiBold"/>
          <a:ea typeface="AvenirNext-DemiBold"/>
          <a:cs typeface="AvenirNext-DemiBold"/>
        </a:font>
        <a:srgbClr val="000000"/>
      </a:tcTxStyle>
      <a:tcStyle>
        <a:tcBdr>
          <a:left>
            <a:ln w="12700" cap="flat">
              <a:solidFill>
                <a:srgbClr val="4D4D4D"/>
              </a:solidFill>
              <a:prstDash val="solid"/>
              <a:miter lim="400000"/>
            </a:ln>
          </a:left>
          <a:right>
            <a:ln w="12700" cap="flat">
              <a:solidFill>
                <a:srgbClr val="4D4D4D"/>
              </a:solidFill>
              <a:prstDash val="solid"/>
              <a:miter lim="400000"/>
            </a:ln>
          </a:right>
          <a:top>
            <a:ln w="12700" cap="flat">
              <a:solidFill>
                <a:srgbClr val="4D4D4D"/>
              </a:solidFill>
              <a:prstDash val="solid"/>
              <a:miter lim="400000"/>
            </a:ln>
          </a:top>
          <a:bottom>
            <a:ln w="12700" cap="flat">
              <a:solidFill>
                <a:srgbClr val="4D4D4D"/>
              </a:solidFill>
              <a:prstDash val="solid"/>
              <a:miter lim="400000"/>
            </a:ln>
          </a:bottom>
          <a:insideH>
            <a:ln w="12700" cap="flat">
              <a:solidFill>
                <a:srgbClr val="4D4D4D"/>
              </a:solidFill>
              <a:prstDash val="solid"/>
              <a:miter lim="400000"/>
            </a:ln>
          </a:insideH>
          <a:insideV>
            <a:ln w="12700" cap="flat">
              <a:solidFill>
                <a:srgbClr val="4D4D4D"/>
              </a:solidFill>
              <a:prstDash val="solid"/>
              <a:miter lim="400000"/>
            </a:ln>
          </a:insideV>
        </a:tcBdr>
        <a:fill>
          <a:solidFill>
            <a:srgbClr val="45B43B"/>
          </a:solidFill>
        </a:fill>
      </a:tcStyle>
    </a:firstRow>
  </a:tblStyle>
  <a:tblStyle styleId="{CF821DB8-F4EB-4A41-A1BA-3FCAFE7338EE}" styleName="">
    <a:tblBg/>
    <a:wholeTbl>
      <a:tcTxStyle b="off" i="off">
        <a:fontRef idx="minor">
          <a:srgbClr val="000000"/>
        </a:fontRef>
        <a:srgbClr val="000000"/>
      </a:tcTxStyle>
      <a:tcStyle>
        <a:tcBdr>
          <a:left>
            <a:ln w="12700" cap="flat">
              <a:solidFill>
                <a:srgbClr val="5B5A5A"/>
              </a:solidFill>
              <a:prstDash val="solid"/>
              <a:miter lim="400000"/>
            </a:ln>
          </a:left>
          <a:right>
            <a:ln w="12700" cap="flat">
              <a:solidFill>
                <a:srgbClr val="5B5A5A"/>
              </a:solidFill>
              <a:prstDash val="solid"/>
              <a:miter lim="400000"/>
            </a:ln>
          </a:right>
          <a:top>
            <a:ln w="12700" cap="flat">
              <a:solidFill>
                <a:srgbClr val="5B5A5A"/>
              </a:solidFill>
              <a:prstDash val="solid"/>
              <a:miter lim="400000"/>
            </a:ln>
          </a:top>
          <a:bottom>
            <a:ln w="12700" cap="flat">
              <a:solidFill>
                <a:srgbClr val="5B5A5A"/>
              </a:solidFill>
              <a:prstDash val="solid"/>
              <a:miter lim="400000"/>
            </a:ln>
          </a:bottom>
          <a:insideH>
            <a:ln w="12700" cap="flat">
              <a:solidFill>
                <a:srgbClr val="5B5A5A"/>
              </a:solidFill>
              <a:prstDash val="solid"/>
              <a:miter lim="400000"/>
            </a:ln>
          </a:insideH>
          <a:insideV>
            <a:ln w="12700" cap="flat">
              <a:solidFill>
                <a:srgbClr val="5B5A5A"/>
              </a:solidFill>
              <a:prstDash val="solid"/>
              <a:miter lim="400000"/>
            </a:ln>
          </a:insideV>
        </a:tcBdr>
        <a:fill>
          <a:solidFill>
            <a:srgbClr val="FAF7E9"/>
          </a:solidFill>
        </a:fill>
      </a:tcStyle>
    </a:wholeTbl>
    <a:band2H>
      <a:tcTxStyle/>
      <a:tcStyle>
        <a:tcBdr/>
        <a:fill>
          <a:solidFill>
            <a:schemeClr val="accent4">
              <a:hueOff val="349036"/>
              <a:lumOff val="17111"/>
            </a:schemeClr>
          </a:solidFill>
        </a:fill>
      </a:tcStyle>
    </a:band2H>
    <a:firstCol>
      <a:tcTxStyle b="on" i="off">
        <a:font>
          <a:latin typeface="AvenirNext-DemiBold"/>
          <a:ea typeface="AvenirNext-DemiBold"/>
          <a:cs typeface="AvenirNext-DemiBold"/>
        </a:font>
        <a:srgbClr val="000000"/>
      </a:tcTxStyle>
      <a:tcStyle>
        <a:tcBdr>
          <a:left>
            <a:ln w="12700" cap="flat">
              <a:solidFill>
                <a:srgbClr val="5B5A5A"/>
              </a:solidFill>
              <a:prstDash val="solid"/>
              <a:miter lim="400000"/>
            </a:ln>
          </a:left>
          <a:right>
            <a:ln w="12700" cap="flat">
              <a:solidFill>
                <a:srgbClr val="5B5A5A"/>
              </a:solidFill>
              <a:prstDash val="solid"/>
              <a:miter lim="400000"/>
            </a:ln>
          </a:right>
          <a:top>
            <a:ln w="12700" cap="flat">
              <a:solidFill>
                <a:srgbClr val="5B5A5A"/>
              </a:solidFill>
              <a:prstDash val="solid"/>
              <a:miter lim="400000"/>
            </a:ln>
          </a:top>
          <a:bottom>
            <a:ln w="12700" cap="flat">
              <a:solidFill>
                <a:srgbClr val="5B5A5A"/>
              </a:solidFill>
              <a:prstDash val="solid"/>
              <a:miter lim="400000"/>
            </a:ln>
          </a:bottom>
          <a:insideH>
            <a:ln w="12700" cap="flat">
              <a:solidFill>
                <a:srgbClr val="5B5A5A"/>
              </a:solidFill>
              <a:prstDash val="solid"/>
              <a:miter lim="400000"/>
            </a:ln>
          </a:insideH>
          <a:insideV>
            <a:ln w="12700" cap="flat">
              <a:solidFill>
                <a:srgbClr val="5B5A5A"/>
              </a:solidFill>
              <a:prstDash val="solid"/>
              <a:miter lim="400000"/>
            </a:ln>
          </a:insideV>
        </a:tcBdr>
        <a:fill>
          <a:solidFill>
            <a:srgbClr val="FFBD17"/>
          </a:solidFill>
        </a:fill>
      </a:tcStyle>
    </a:firstCol>
    <a:lastRow>
      <a:tcTxStyle b="on" i="off">
        <a:font>
          <a:latin typeface="AvenirNext-DemiBold"/>
          <a:ea typeface="AvenirNext-DemiBold"/>
          <a:cs typeface="AvenirNext-DemiBold"/>
        </a:font>
        <a:srgbClr val="000000"/>
      </a:tcTxStyle>
      <a:tcStyle>
        <a:tcBdr>
          <a:left>
            <a:ln w="12700" cap="flat">
              <a:solidFill>
                <a:srgbClr val="5B5A5A"/>
              </a:solidFill>
              <a:prstDash val="solid"/>
              <a:miter lim="400000"/>
            </a:ln>
          </a:left>
          <a:right>
            <a:ln w="12700" cap="flat">
              <a:solidFill>
                <a:srgbClr val="5B5A5A"/>
              </a:solidFill>
              <a:prstDash val="solid"/>
              <a:miter lim="400000"/>
            </a:ln>
          </a:right>
          <a:top>
            <a:ln w="38100" cap="flat">
              <a:solidFill>
                <a:srgbClr val="FFBD17"/>
              </a:solidFill>
              <a:prstDash val="solid"/>
              <a:miter lim="400000"/>
            </a:ln>
          </a:top>
          <a:bottom>
            <a:ln w="12700" cap="flat">
              <a:solidFill>
                <a:srgbClr val="5B5A5A"/>
              </a:solidFill>
              <a:prstDash val="solid"/>
              <a:miter lim="400000"/>
            </a:ln>
          </a:bottom>
          <a:insideH>
            <a:ln w="12700" cap="flat">
              <a:solidFill>
                <a:srgbClr val="5B5A5A"/>
              </a:solidFill>
              <a:prstDash val="solid"/>
              <a:miter lim="400000"/>
            </a:ln>
          </a:insideH>
          <a:insideV>
            <a:ln w="12700" cap="flat">
              <a:solidFill>
                <a:srgbClr val="5B5A5A"/>
              </a:solidFill>
              <a:prstDash val="solid"/>
              <a:miter lim="400000"/>
            </a:ln>
          </a:insideV>
        </a:tcBdr>
        <a:fill>
          <a:solidFill>
            <a:srgbClr val="FAF7E9"/>
          </a:solidFill>
        </a:fill>
      </a:tcStyle>
    </a:lastRow>
    <a:firstRow>
      <a:tcTxStyle b="on" i="off">
        <a:font>
          <a:latin typeface="AvenirNext-DemiBold"/>
          <a:ea typeface="AvenirNext-DemiBold"/>
          <a:cs typeface="AvenirNext-DemiBold"/>
        </a:font>
        <a:srgbClr val="000000"/>
      </a:tcTxStyle>
      <a:tcStyle>
        <a:tcBdr>
          <a:left>
            <a:ln w="12700" cap="flat">
              <a:solidFill>
                <a:srgbClr val="5B5A5A"/>
              </a:solidFill>
              <a:prstDash val="solid"/>
              <a:miter lim="400000"/>
            </a:ln>
          </a:left>
          <a:right>
            <a:ln w="12700" cap="flat">
              <a:solidFill>
                <a:srgbClr val="5B5A5A"/>
              </a:solidFill>
              <a:prstDash val="solid"/>
              <a:miter lim="400000"/>
            </a:ln>
          </a:right>
          <a:top>
            <a:ln w="12700" cap="flat">
              <a:solidFill>
                <a:srgbClr val="5B5A5A"/>
              </a:solidFill>
              <a:prstDash val="solid"/>
              <a:miter lim="400000"/>
            </a:ln>
          </a:top>
          <a:bottom>
            <a:ln w="12700" cap="flat">
              <a:solidFill>
                <a:srgbClr val="5B5A5A"/>
              </a:solidFill>
              <a:prstDash val="solid"/>
              <a:miter lim="400000"/>
            </a:ln>
          </a:bottom>
          <a:insideH>
            <a:ln w="12700" cap="flat">
              <a:solidFill>
                <a:srgbClr val="5B5A5A"/>
              </a:solidFill>
              <a:prstDash val="solid"/>
              <a:miter lim="400000"/>
            </a:ln>
          </a:insideH>
          <a:insideV>
            <a:ln w="12700" cap="flat">
              <a:solidFill>
                <a:srgbClr val="5B5A5A"/>
              </a:solidFill>
              <a:prstDash val="solid"/>
              <a:miter lim="400000"/>
            </a:ln>
          </a:insideV>
        </a:tcBdr>
        <a:fill>
          <a:solidFill>
            <a:srgbClr val="FF8A25"/>
          </a:solidFill>
        </a:fill>
      </a:tcStyle>
    </a:firstRow>
  </a:tblStyle>
  <a:tblStyle styleId="{33BA23B1-9221-436E-865A-0063620EA4FD}" styleName="">
    <a:tblBg/>
    <a:wholeTbl>
      <a:tcTxStyle b="off" i="off">
        <a:fontRef idx="minor">
          <a:srgbClr val="000000"/>
        </a:fontRef>
        <a:srgbClr val="000000"/>
      </a:tcTxStyle>
      <a:tcStyle>
        <a:tcBdr>
          <a:left>
            <a:ln w="12700" cap="flat">
              <a:solidFill>
                <a:srgbClr val="5E5E5E"/>
              </a:solidFill>
              <a:prstDash val="solid"/>
              <a:miter lim="400000"/>
            </a:ln>
          </a:left>
          <a:right>
            <a:ln w="12700" cap="flat">
              <a:solidFill>
                <a:srgbClr val="5E5E5E"/>
              </a:solidFill>
              <a:prstDash val="solid"/>
              <a:miter lim="400000"/>
            </a:ln>
          </a:right>
          <a:top>
            <a:ln w="12700" cap="flat">
              <a:solidFill>
                <a:srgbClr val="5E5E5E"/>
              </a:solidFill>
              <a:prstDash val="solid"/>
              <a:miter lim="400000"/>
            </a:ln>
          </a:top>
          <a:bottom>
            <a:ln w="12700" cap="flat">
              <a:solidFill>
                <a:srgbClr val="5E5E5E"/>
              </a:solidFill>
              <a:prstDash val="solid"/>
              <a:miter lim="400000"/>
            </a:ln>
          </a:bottom>
          <a:insideH>
            <a:ln w="12700" cap="flat">
              <a:solidFill>
                <a:srgbClr val="5E5E5E"/>
              </a:solidFill>
              <a:prstDash val="solid"/>
              <a:miter lim="400000"/>
            </a:ln>
          </a:insideH>
          <a:insideV>
            <a:ln w="12700" cap="flat">
              <a:solidFill>
                <a:srgbClr val="5E5E5E"/>
              </a:solidFill>
              <a:prstDash val="solid"/>
              <a:miter lim="400000"/>
            </a:ln>
          </a:insideV>
        </a:tcBdr>
        <a:fill>
          <a:noFill/>
        </a:fill>
      </a:tcStyle>
    </a:wholeTbl>
    <a:band2H>
      <a:tcTxStyle/>
      <a:tcStyle>
        <a:tcBdr/>
        <a:fill>
          <a:solidFill>
            <a:srgbClr val="ECEEEF"/>
          </a:solidFill>
        </a:fill>
      </a:tcStyle>
    </a:band2H>
    <a:firstCol>
      <a:tcTxStyle b="on" i="off">
        <a:font>
          <a:latin typeface="AvenirNext-DemiBold"/>
          <a:ea typeface="AvenirNext-DemiBold"/>
          <a:cs typeface="AvenirNext-DemiBold"/>
        </a:font>
        <a:srgbClr val="FFFFFF"/>
      </a:tcTxStyle>
      <a:tcStyle>
        <a:tcBdr>
          <a:left>
            <a:ln w="12700" cap="flat">
              <a:solidFill>
                <a:srgbClr val="A6AAA9"/>
              </a:solidFill>
              <a:prstDash val="solid"/>
              <a:miter lim="400000"/>
            </a:ln>
          </a:left>
          <a:right>
            <a:ln w="12700" cap="flat">
              <a:solidFill>
                <a:srgbClr val="5E5E5E"/>
              </a:solidFill>
              <a:prstDash val="solid"/>
              <a:miter lim="400000"/>
            </a:ln>
          </a:right>
          <a:top>
            <a:ln w="12700" cap="flat">
              <a:solidFill>
                <a:srgbClr val="5E5E5E"/>
              </a:solidFill>
              <a:prstDash val="solid"/>
              <a:miter lim="400000"/>
            </a:ln>
          </a:top>
          <a:bottom>
            <a:ln w="12700" cap="flat">
              <a:solidFill>
                <a:srgbClr val="5E5E5E"/>
              </a:solidFill>
              <a:prstDash val="solid"/>
              <a:miter lim="400000"/>
            </a:ln>
          </a:bottom>
          <a:insideH>
            <a:ln w="12700" cap="flat">
              <a:solidFill>
                <a:srgbClr val="5E5E5E"/>
              </a:solidFill>
              <a:prstDash val="solid"/>
              <a:miter lim="400000"/>
            </a:ln>
          </a:insideH>
          <a:insideV>
            <a:ln w="12700" cap="flat">
              <a:solidFill>
                <a:srgbClr val="5E5E5E"/>
              </a:solidFill>
              <a:prstDash val="solid"/>
              <a:miter lim="400000"/>
            </a:ln>
          </a:insideV>
        </a:tcBdr>
        <a:fill>
          <a:solidFill>
            <a:srgbClr val="32C5B9"/>
          </a:solidFill>
        </a:fill>
      </a:tcStyle>
    </a:firstCol>
    <a:lastRow>
      <a:tcTxStyle b="on" i="off">
        <a:font>
          <a:latin typeface="AvenirNext-DemiBold"/>
          <a:ea typeface="AvenirNext-DemiBold"/>
          <a:cs typeface="AvenirNext-DemiBold"/>
        </a:font>
        <a:srgbClr val="000000"/>
      </a:tcTxStyle>
      <a:tcStyle>
        <a:tcBdr>
          <a:left>
            <a:ln w="12700" cap="flat">
              <a:solidFill>
                <a:srgbClr val="A6AAA9"/>
              </a:solidFill>
              <a:prstDash val="solid"/>
              <a:miter lim="400000"/>
            </a:ln>
          </a:left>
          <a:right>
            <a:ln w="12700" cap="flat">
              <a:solidFill>
                <a:srgbClr val="A6AAA9"/>
              </a:solidFill>
              <a:prstDash val="solid"/>
              <a:miter lim="400000"/>
            </a:ln>
          </a:right>
          <a:top>
            <a:ln w="38100" cap="flat">
              <a:solidFill>
                <a:schemeClr val="accent2">
                  <a:hueOff val="240640"/>
                  <a:satOff val="2542"/>
                  <a:lumOff val="-13198"/>
                </a:schemeClr>
              </a:solidFill>
              <a:prstDash val="solid"/>
              <a:miter lim="400000"/>
            </a:ln>
          </a:top>
          <a:bottom>
            <a:ln w="12700" cap="flat">
              <a:solidFill>
                <a:srgbClr val="A6AAA9"/>
              </a:solidFill>
              <a:prstDash val="solid"/>
              <a:miter lim="400000"/>
            </a:ln>
          </a:bottom>
          <a:insideH>
            <a:ln w="12700" cap="flat">
              <a:solidFill>
                <a:srgbClr val="A6AAA9"/>
              </a:solidFill>
              <a:prstDash val="solid"/>
              <a:miter lim="400000"/>
            </a:ln>
          </a:insideH>
          <a:insideV>
            <a:ln w="12700" cap="flat">
              <a:solidFill>
                <a:srgbClr val="A6AAA9"/>
              </a:solidFill>
              <a:prstDash val="solid"/>
              <a:miter lim="400000"/>
            </a:ln>
          </a:insideV>
        </a:tcBdr>
        <a:fill>
          <a:solidFill>
            <a:srgbClr val="FFFFFF"/>
          </a:solidFill>
        </a:fill>
      </a:tcStyle>
    </a:lastRow>
    <a:firstRow>
      <a:tcTxStyle b="on" i="off">
        <a:font>
          <a:latin typeface="AvenirNext-DemiBold"/>
          <a:ea typeface="AvenirNext-DemiBold"/>
          <a:cs typeface="AvenirNext-DemiBold"/>
        </a:font>
        <a:srgbClr val="FFFFFF"/>
      </a:tcTxStyle>
      <a:tcStyle>
        <a:tcBdr>
          <a:left>
            <a:ln w="12700" cap="flat">
              <a:solidFill>
                <a:srgbClr val="5E5E5E"/>
              </a:solidFill>
              <a:prstDash val="solid"/>
              <a:miter lim="400000"/>
            </a:ln>
          </a:left>
          <a:right>
            <a:ln w="12700" cap="flat">
              <a:solidFill>
                <a:srgbClr val="5E5E5E"/>
              </a:solidFill>
              <a:prstDash val="solid"/>
              <a:miter lim="400000"/>
            </a:ln>
          </a:right>
          <a:top>
            <a:ln w="12700" cap="flat">
              <a:solidFill>
                <a:srgbClr val="A6AAA9"/>
              </a:solidFill>
              <a:prstDash val="solid"/>
              <a:miter lim="400000"/>
            </a:ln>
          </a:top>
          <a:bottom>
            <a:ln w="12700" cap="flat">
              <a:solidFill>
                <a:srgbClr val="5E5E5E"/>
              </a:solidFill>
              <a:prstDash val="solid"/>
              <a:miter lim="400000"/>
            </a:ln>
          </a:bottom>
          <a:insideH>
            <a:ln w="12700" cap="flat">
              <a:solidFill>
                <a:srgbClr val="5E5E5E"/>
              </a:solidFill>
              <a:prstDash val="solid"/>
              <a:miter lim="400000"/>
            </a:ln>
          </a:insideH>
          <a:insideV>
            <a:ln w="12700" cap="flat">
              <a:solidFill>
                <a:srgbClr val="5E5E5E"/>
              </a:solidFill>
              <a:prstDash val="solid"/>
              <a:miter lim="400000"/>
            </a:ln>
          </a:insideV>
        </a:tcBdr>
        <a:fill>
          <a:solidFill>
            <a:schemeClr val="accent2">
              <a:hueOff val="240640"/>
              <a:satOff val="2542"/>
              <a:lumOff val="-13198"/>
            </a:schemeClr>
          </a:solidFill>
        </a:fill>
      </a:tcStyle>
    </a:firstRow>
  </a:tblStyle>
  <a:tblStyle styleId="{2708684C-4D16-4618-839F-0558EEFCDFE6}" styleName="">
    <a:tblBg/>
    <a:wholeTbl>
      <a:tcTxStyle b="off" i="off">
        <a:fontRef idx="minor">
          <a:srgbClr val="000000"/>
        </a:fontRef>
        <a:srgbClr val="000000"/>
      </a:tcTxStyle>
      <a:tcStyle>
        <a:tcBdr>
          <a:left>
            <a:ln w="12700" cap="flat">
              <a:solidFill>
                <a:srgbClr val="000000"/>
              </a:solidFill>
              <a:prstDash val="solid"/>
              <a:miter lim="400000"/>
            </a:ln>
          </a:left>
          <a:right>
            <a:ln w="12700" cap="flat">
              <a:solidFill>
                <a:srgbClr val="000000"/>
              </a:solidFill>
              <a:prstDash val="solid"/>
              <a:miter lim="400000"/>
            </a:ln>
          </a:right>
          <a:top>
            <a:ln w="12700" cap="flat">
              <a:solidFill>
                <a:srgbClr val="000000"/>
              </a:solidFill>
              <a:custDash>
                <a:ds d="200000" sp="200000"/>
              </a:custDash>
              <a:miter lim="400000"/>
            </a:ln>
          </a:top>
          <a:bottom>
            <a:ln w="12700" cap="flat">
              <a:solidFill>
                <a:srgbClr val="000000"/>
              </a:solidFill>
              <a:custDash>
                <a:ds d="200000" sp="200000"/>
              </a:custDash>
              <a:miter lim="400000"/>
            </a:ln>
          </a:bottom>
          <a:insideH>
            <a:ln w="12700" cap="flat">
              <a:solidFill>
                <a:srgbClr val="000000"/>
              </a:solidFill>
              <a:custDash>
                <a:ds d="200000" sp="200000"/>
              </a:custDash>
              <a:miter lim="400000"/>
            </a:ln>
          </a:insideH>
          <a:insideV>
            <a:ln w="12700" cap="flat">
              <a:solidFill>
                <a:srgbClr val="000000"/>
              </a:solidFill>
              <a:prstDash val="solid"/>
              <a:miter lim="400000"/>
            </a:ln>
          </a:insideV>
        </a:tcBdr>
        <a:fill>
          <a:noFill/>
        </a:fill>
      </a:tcStyle>
    </a:wholeTbl>
    <a:band2H>
      <a:tcTxStyle/>
      <a:tcStyle>
        <a:tcBdr/>
        <a:fill>
          <a:solidFill>
            <a:srgbClr val="EDEEEF"/>
          </a:solidFill>
        </a:fill>
      </a:tcStyle>
    </a:band2H>
    <a:firstCol>
      <a:tcTxStyle b="on" i="off">
        <a:font>
          <a:latin typeface="AvenirNext-DemiBold"/>
          <a:ea typeface="AvenirNext-DemiBold"/>
          <a:cs typeface="AvenirNext-DemiBold"/>
        </a:font>
        <a:srgbClr val="000000"/>
      </a:tcTxStyle>
      <a:tcStyle>
        <a:tcBdr>
          <a:left>
            <a:ln w="12700" cap="flat">
              <a:solidFill>
                <a:srgbClr val="6C6C6C"/>
              </a:solidFill>
              <a:prstDash val="solid"/>
              <a:miter lim="400000"/>
            </a:ln>
          </a:left>
          <a:right>
            <a:ln w="25400" cap="flat">
              <a:solidFill>
                <a:srgbClr val="000000"/>
              </a:solidFill>
              <a:prstDash val="solid"/>
              <a:miter lim="400000"/>
            </a:ln>
          </a:right>
          <a:top>
            <a:ln w="12700" cap="flat">
              <a:solidFill>
                <a:srgbClr val="000000"/>
              </a:solidFill>
              <a:custDash>
                <a:ds d="200000" sp="200000"/>
              </a:custDash>
              <a:miter lim="400000"/>
            </a:ln>
          </a:top>
          <a:bottom>
            <a:ln w="12700" cap="flat">
              <a:solidFill>
                <a:srgbClr val="000000"/>
              </a:solidFill>
              <a:custDash>
                <a:ds d="200000" sp="200000"/>
              </a:custDash>
              <a:miter lim="400000"/>
            </a:ln>
          </a:bottom>
          <a:insideH>
            <a:ln w="12700" cap="flat">
              <a:solidFill>
                <a:srgbClr val="000000"/>
              </a:solidFill>
              <a:custDash>
                <a:ds d="200000" sp="200000"/>
              </a:custDash>
              <a:miter lim="400000"/>
            </a:ln>
          </a:insideH>
          <a:insideV>
            <a:ln w="12700" cap="flat">
              <a:solidFill>
                <a:srgbClr val="000000"/>
              </a:solidFill>
              <a:prstDash val="solid"/>
              <a:miter lim="400000"/>
            </a:ln>
          </a:insideV>
        </a:tcBdr>
        <a:fill>
          <a:noFill/>
        </a:fill>
      </a:tcStyle>
    </a:firstCol>
    <a:lastRow>
      <a:tcTxStyle b="on" i="off">
        <a:font>
          <a:latin typeface="AvenirNext-DemiBold"/>
          <a:ea typeface="AvenirNext-DemiBold"/>
          <a:cs typeface="AvenirNext-DemiBold"/>
        </a:font>
        <a:srgbClr val="000000"/>
      </a:tcTxStyle>
      <a:tcStyle>
        <a:tcBdr>
          <a:left>
            <a:ln w="12700" cap="flat">
              <a:solidFill>
                <a:srgbClr val="000000"/>
              </a:solidFill>
              <a:prstDash val="solid"/>
              <a:miter lim="400000"/>
            </a:ln>
          </a:left>
          <a:right>
            <a:ln w="12700" cap="flat">
              <a:solidFill>
                <a:srgbClr val="000000"/>
              </a:solidFill>
              <a:prstDash val="solid"/>
              <a:miter lim="400000"/>
            </a:ln>
          </a:right>
          <a:top>
            <a:ln w="25400" cap="flat">
              <a:solidFill>
                <a:srgbClr val="000000"/>
              </a:solidFill>
              <a:prstDash val="solid"/>
              <a:miter lim="400000"/>
            </a:ln>
          </a:top>
          <a:bottom>
            <a:ln w="12700" cap="flat">
              <a:solidFill>
                <a:srgbClr val="6C6C6C"/>
              </a:solidFill>
              <a:prstDash val="solid"/>
              <a:miter lim="400000"/>
            </a:ln>
          </a:bottom>
          <a:insideH>
            <a:ln w="12700" cap="flat">
              <a:solidFill>
                <a:srgbClr val="000000"/>
              </a:solidFill>
              <a:custDash>
                <a:ds d="200000" sp="200000"/>
              </a:custDash>
              <a:miter lim="400000"/>
            </a:ln>
          </a:insideH>
          <a:insideV>
            <a:ln w="12700" cap="flat">
              <a:solidFill>
                <a:srgbClr val="000000"/>
              </a:solidFill>
              <a:prstDash val="solid"/>
              <a:miter lim="400000"/>
            </a:ln>
          </a:insideV>
        </a:tcBdr>
        <a:fill>
          <a:noFill/>
        </a:fill>
      </a:tcStyle>
    </a:lastRow>
    <a:firstRow>
      <a:tcTxStyle b="on" i="off">
        <a:font>
          <a:latin typeface="AvenirNext-DemiBold"/>
          <a:ea typeface="AvenirNext-DemiBold"/>
          <a:cs typeface="AvenirNext-DemiBold"/>
        </a:font>
        <a:srgbClr val="000000"/>
      </a:tcTxStyle>
      <a:tcStyle>
        <a:tcBdr>
          <a:left>
            <a:ln w="12700" cap="flat">
              <a:solidFill>
                <a:srgbClr val="000000"/>
              </a:solidFill>
              <a:prstDash val="solid"/>
              <a:miter lim="400000"/>
            </a:ln>
          </a:left>
          <a:right>
            <a:ln w="12700" cap="flat">
              <a:solidFill>
                <a:srgbClr val="000000"/>
              </a:solidFill>
              <a:prstDash val="solid"/>
              <a:miter lim="400000"/>
            </a:ln>
          </a:right>
          <a:top>
            <a:ln w="12700" cap="flat">
              <a:solidFill>
                <a:srgbClr val="6C6C6C"/>
              </a:solidFill>
              <a:prstDash val="solid"/>
              <a:miter lim="400000"/>
            </a:ln>
          </a:top>
          <a:bottom>
            <a:ln w="12700" cap="flat">
              <a:solidFill>
                <a:srgbClr val="000000"/>
              </a:solidFill>
              <a:prstDash val="solid"/>
              <a:miter lim="400000"/>
            </a:ln>
          </a:bottom>
          <a:insideH>
            <a:ln w="12700" cap="flat">
              <a:solidFill>
                <a:srgbClr val="000000"/>
              </a:solidFill>
              <a:prstDash val="solid"/>
              <a:miter lim="400000"/>
            </a:ln>
          </a:insideH>
          <a:insideV>
            <a:ln w="12700" cap="flat">
              <a:solidFill>
                <a:srgbClr val="000000"/>
              </a:solidFill>
              <a:prstDash val="solid"/>
              <a:miter lim="400000"/>
            </a:ln>
          </a:insideV>
        </a:tcBdr>
        <a:fill>
          <a:solidFill>
            <a:srgbClr val="D6DCE0"/>
          </a:solidFill>
        </a:fill>
      </a:tcStyle>
    </a:firstRow>
  </a:tblStyle>
  <a:tblStyle styleId="{5940675A-B579-460E-94D1-54222C63F5DA}" styleName="스타일 없음, 표 눈금">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3327"/>
    <p:restoredTop sz="73655" autoAdjust="0"/>
  </p:normalViewPr>
  <p:slideViewPr>
    <p:cSldViewPr snapToGrid="0">
      <p:cViewPr varScale="1">
        <p:scale>
          <a:sx n="81" d="100"/>
          <a:sy n="81" d="100"/>
        </p:scale>
        <p:origin x="3696" y="184"/>
      </p:cViewPr>
      <p:guideLst/>
    </p:cSldViewPr>
  </p:slideViewPr>
  <p:outlineViewPr>
    <p:cViewPr>
      <p:scale>
        <a:sx n="33" d="100"/>
        <a:sy n="33" d="100"/>
      </p:scale>
      <p:origin x="0" y="0"/>
    </p:cViewPr>
  </p:outlineViewPr>
  <p:notesTextViewPr>
    <p:cViewPr>
      <p:scale>
        <a:sx n="3" d="2"/>
        <a:sy n="3" d="2"/>
      </p:scale>
      <p:origin x="0" y="0"/>
    </p:cViewPr>
  </p:notesTextViewPr>
  <p:notesViewPr>
    <p:cSldViewPr snapToGrid="0">
      <p:cViewPr varScale="1">
        <p:scale>
          <a:sx n="167" d="100"/>
          <a:sy n="167" d="100"/>
        </p:scale>
        <p:origin x="5432" y="176"/>
      </p:cViewPr>
      <p:guideLst/>
    </p:cSldViewPr>
  </p:notes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11.xml"/><Relationship Id="rId11" Type="http://schemas.openxmlformats.org/officeDocument/2006/relationships/notesMaster" Target="notesMasters/notesMaster1.xml"/><Relationship Id="rId12" Type="http://schemas.openxmlformats.org/officeDocument/2006/relationships/handoutMaster" Target="handoutMasters/handout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 Id="rId17" Type="http://schemas.openxmlformats.org/officeDocument/2006/relationships/slide" Target="slides/slide9.xml"/><Relationship Id="rId18" Type="http://schemas.openxmlformats.org/officeDocument/2006/relationships/slide" Target="slides/slide10.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머리글 개체 틀 1">
            <a:extLst>
              <a:ext uri="{FF2B5EF4-FFF2-40B4-BE49-F238E27FC236}">
                <a16:creationId xmlns:a16="http://schemas.microsoft.com/office/drawing/2014/main" id="{17AECBC2-CF38-51D1-D583-52A90E084F2A}"/>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ko-KR" altLang="en-US"/>
          </a:p>
        </p:txBody>
      </p:sp>
      <p:sp>
        <p:nvSpPr>
          <p:cNvPr id="3" name="날짜 개체 틀 2">
            <a:extLst>
              <a:ext uri="{FF2B5EF4-FFF2-40B4-BE49-F238E27FC236}">
                <a16:creationId xmlns:a16="http://schemas.microsoft.com/office/drawing/2014/main" id="{696E9E40-1BF4-3EA0-BCD4-FC0B197060E9}"/>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77582646-EBD2-134A-994F-649BE9EE867E}" type="datetimeFigureOut">
              <a:rPr kumimoji="1" lang="ko-KR" altLang="en-US" smtClean="0"/>
              <a:t>2026. 8. 11.</a:t>
            </a:fld>
            <a:endParaRPr kumimoji="1" lang="ko-KR" altLang="en-US"/>
          </a:p>
        </p:txBody>
      </p:sp>
      <p:sp>
        <p:nvSpPr>
          <p:cNvPr id="4" name="바닥글 개체 틀 3">
            <a:extLst>
              <a:ext uri="{FF2B5EF4-FFF2-40B4-BE49-F238E27FC236}">
                <a16:creationId xmlns:a16="http://schemas.microsoft.com/office/drawing/2014/main" id="{D7A6D90B-CC0E-8D2B-BBF2-786B86EFBEF4}"/>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ko-KR" altLang="en-US"/>
          </a:p>
        </p:txBody>
      </p:sp>
      <p:sp>
        <p:nvSpPr>
          <p:cNvPr id="5" name="슬라이드 번호 개체 틀 4">
            <a:extLst>
              <a:ext uri="{FF2B5EF4-FFF2-40B4-BE49-F238E27FC236}">
                <a16:creationId xmlns:a16="http://schemas.microsoft.com/office/drawing/2014/main" id="{2D4B1DE0-EB51-D131-A2B1-58E6EC45C0A5}"/>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52210B5E-AAB0-4E42-A7D8-1F877DA2206C}" type="slidenum">
              <a:rPr kumimoji="1" lang="ko-KR" altLang="en-US" smtClean="0"/>
              <a:t>‹#›</a:t>
            </a:fld>
            <a:endParaRPr kumimoji="1" lang="ko-KR" altLang="en-US"/>
          </a:p>
        </p:txBody>
      </p:sp>
    </p:spTree>
    <p:extLst>
      <p:ext uri="{BB962C8B-B14F-4D97-AF65-F5344CB8AC3E}">
        <p14:creationId xmlns:p14="http://schemas.microsoft.com/office/powerpoint/2010/main" val="2157819639"/>
      </p:ext>
    </p:extLst>
  </p:cSld>
  <p:clrMap bg1="lt1" tx1="dk1" bg2="lt2" tx2="dk2" accent1="accent1" accent2="accent2" accent3="accent3" accent4="accent4" accent5="accent5" accent6="accent6" hlink="hlink" folHlink="folHlink"/>
  <p:hf sldNum="0"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71" name="Shape 171"/>
          <p:cNvSpPr>
            <a:spLocks noGrp="1" noRot="1" noChangeAspect="1"/>
          </p:cNvSpPr>
          <p:nvPr>
            <p:ph type="sldImg"/>
          </p:nvPr>
        </p:nvSpPr>
        <p:spPr>
          <a:xfrm>
            <a:off x="1143000" y="685800"/>
            <a:ext cx="4572000" cy="3429000"/>
          </a:xfrm>
          <a:prstGeom prst="rect">
            <a:avLst/>
          </a:prstGeom>
        </p:spPr>
        <p:txBody>
          <a:bodyPr/>
          <a:lstStyle/>
          <a:p>
            <a:endParaRPr/>
          </a:p>
        </p:txBody>
      </p:sp>
      <p:sp>
        <p:nvSpPr>
          <p:cNvPr id="172" name="Shape 172"/>
          <p:cNvSpPr>
            <a:spLocks noGrp="1"/>
          </p:cNvSpPr>
          <p:nvPr>
            <p:ph type="body" sz="quarter" idx="1"/>
          </p:nvPr>
        </p:nvSpPr>
        <p:spPr>
          <a:xfrm>
            <a:off x="914400" y="4343400"/>
            <a:ext cx="5029200" cy="4114800"/>
          </a:xfrm>
          <a:prstGeom prst="rect">
            <a:avLst/>
          </a:prstGeom>
        </p:spPr>
        <p:txBody>
          <a:bodyPr/>
          <a:lstStyle/>
          <a:p>
            <a:endParaRPr/>
          </a:p>
        </p:txBody>
      </p:sp>
    </p:spTree>
  </p:cSld>
  <p:clrMap bg1="lt1" tx1="dk1" bg2="lt2" tx2="dk2" accent1="accent1" accent2="accent2" accent3="accent3" accent4="accent4" accent5="accent5" accent6="accent6" hlink="hlink" folHlink="folHlink"/>
  <p:hf sldNum="0" hdr="0" ftr="0" dt="0"/>
  <p:notesStyle>
    <a:lvl1pPr defTabSz="457200" latinLnBrk="0">
      <a:lnSpc>
        <a:spcPct val="117999"/>
      </a:lnSpc>
      <a:defRPr sz="1500">
        <a:latin typeface="Helvetica Neue"/>
        <a:ea typeface="Helvetica Neue"/>
        <a:cs typeface="Helvetica Neue"/>
        <a:sym typeface="Helvetica Neue"/>
      </a:defRPr>
    </a:lvl1pPr>
    <a:lvl2pPr indent="228600" defTabSz="457200" latinLnBrk="0">
      <a:lnSpc>
        <a:spcPct val="117999"/>
      </a:lnSpc>
      <a:defRPr sz="1500">
        <a:latin typeface="Helvetica Neue"/>
        <a:ea typeface="Helvetica Neue"/>
        <a:cs typeface="Helvetica Neue"/>
        <a:sym typeface="Helvetica Neue"/>
      </a:defRPr>
    </a:lvl2pPr>
    <a:lvl3pPr indent="457200" defTabSz="457200" latinLnBrk="0">
      <a:lnSpc>
        <a:spcPct val="117999"/>
      </a:lnSpc>
      <a:defRPr sz="1500">
        <a:latin typeface="Helvetica Neue"/>
        <a:ea typeface="Helvetica Neue"/>
        <a:cs typeface="Helvetica Neue"/>
        <a:sym typeface="Helvetica Neue"/>
      </a:defRPr>
    </a:lvl3pPr>
    <a:lvl4pPr indent="685800" defTabSz="457200" latinLnBrk="0">
      <a:lnSpc>
        <a:spcPct val="117999"/>
      </a:lnSpc>
      <a:defRPr sz="1500">
        <a:latin typeface="Helvetica Neue"/>
        <a:ea typeface="Helvetica Neue"/>
        <a:cs typeface="Helvetica Neue"/>
        <a:sym typeface="Helvetica Neue"/>
      </a:defRPr>
    </a:lvl4pPr>
    <a:lvl5pPr indent="914400" defTabSz="457200" latinLnBrk="0">
      <a:lnSpc>
        <a:spcPct val="117999"/>
      </a:lnSpc>
      <a:defRPr sz="1500">
        <a:latin typeface="Helvetica Neue"/>
        <a:ea typeface="Helvetica Neue"/>
        <a:cs typeface="Helvetica Neue"/>
        <a:sym typeface="Helvetica Neue"/>
      </a:defRPr>
    </a:lvl5pPr>
    <a:lvl6pPr indent="1143000" defTabSz="457200" latinLnBrk="0">
      <a:lnSpc>
        <a:spcPct val="117999"/>
      </a:lnSpc>
      <a:defRPr sz="1500">
        <a:latin typeface="Helvetica Neue"/>
        <a:ea typeface="Helvetica Neue"/>
        <a:cs typeface="Helvetica Neue"/>
        <a:sym typeface="Helvetica Neue"/>
      </a:defRPr>
    </a:lvl6pPr>
    <a:lvl7pPr indent="1371600" defTabSz="457200" latinLnBrk="0">
      <a:lnSpc>
        <a:spcPct val="117999"/>
      </a:lnSpc>
      <a:defRPr sz="1500">
        <a:latin typeface="Helvetica Neue"/>
        <a:ea typeface="Helvetica Neue"/>
        <a:cs typeface="Helvetica Neue"/>
        <a:sym typeface="Helvetica Neue"/>
      </a:defRPr>
    </a:lvl7pPr>
    <a:lvl8pPr indent="1600200" defTabSz="457200" latinLnBrk="0">
      <a:lnSpc>
        <a:spcPct val="117999"/>
      </a:lnSpc>
      <a:defRPr sz="1500">
        <a:latin typeface="Helvetica Neue"/>
        <a:ea typeface="Helvetica Neue"/>
        <a:cs typeface="Helvetica Neue"/>
        <a:sym typeface="Helvetica Neue"/>
      </a:defRPr>
    </a:lvl8pPr>
    <a:lvl9pPr indent="1828800" defTabSz="457200" latinLnBrk="0">
      <a:lnSpc>
        <a:spcPct val="117999"/>
      </a:lnSpc>
      <a:defRPr sz="1500">
        <a:latin typeface="Helvetica Neue"/>
        <a:ea typeface="Helvetica Neue"/>
        <a:cs typeface="Helvetica Neue"/>
        <a:sym typeface="Helvetica Neue"/>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sz="quarter" idx="1"/>
          </p:nvPr>
        </p:nvSpPr>
        <p:spPr/>
        <p:txBody>
          <a:bodyPr/>
          <a:lstStyle/>
          <a:p>
            <a:endParaRPr dirty="0"/>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sz="quarter" idx="1"/>
          </p:nvPr>
        </p:nvSpPr>
        <p:spPr/>
        <p:txBody>
          <a:bodyPr/>
          <a:lstStyle/>
          <a:p>
            <a:r>
              <a:t>Today I show micro-Doppler maps of a hovering drone, computed two ways: with Sionna's Path Solver, and with our own SBR plus physical optics kernel.</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sz="quarter" idx="1"/>
          </p:nvPr>
        </p:nvSpPr>
        <p:spPr/>
        <p:txBody>
          <a:bodyPr/>
          <a:lstStyle/>
          <a:p>
            <a:r>
              <a:t>The target is a DJI Matrice 4E. Each rotor spins at a fixed speed near 3,800 RPM. That is a calculated value, not something I measured. The four rotors differ slightly from each other, and that spread comes from Ji-hyuk's prior work. These are hand-set constant values, not taken from a real flight. Better rotor modelling is future work.</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sz="quarter" idx="1"/>
          </p:nvPr>
        </p:nvSpPr>
        <p:spPr/>
        <p:txBody>
          <a:bodyPr/>
          <a:lstStyle/>
          <a:p>
            <a:r>
              <a:t>Sionna's Path Solver launches rays isotropically from the transmitter, that is, evenly in every direction. The directions are fixed, so where the rays land on the drone is always the same. The random part comes after the hit. At each hit the solver picks one outcome, a mirror reflection or a diffuse scatter, and the material decides how likely each one is. That pick is what the random seed controls. The result then comes from the few paths that actually come back.</a:t>
            </a:r>
          </a:p>
          <a:p/>
          <a:p>
            <a:r>
              <a:t>Our kernel does something different. We shoot a grid of parallel rays at the target, take the first point each ray hits, and sum the physical optics scattering integral over those points. For parts we treat as transmissive, the ray passes through, and we add the echo from the metal inside, scaled by how much gets through.</a:t>
            </a:r>
          </a:p>
          <a:p/>
          <a:p>
            <a:r>
              <a:t>[if asked] For our plastic parts the chance of a scatter is about four percent. That sounds small, but only a handful of paths come back at each rotor position, so one path more or less changes the answer.</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sz="quarter" idx="1"/>
          </p:nvPr>
        </p:nvSpPr>
        <p:spPr/>
        <p:txBody>
          <a:bodyPr/>
          <a:lstStyle/>
          <a:p>
            <a:r>
              <a:t>The centre frequency is 3.5 GHz, a standard 5G band. For the waveform I used a simple continuous wave. This is an early experiment, and CW is the easiest thing to work with. What I want to see first is the micro-Doppler itself, so I did not need a more complicated waveform yet.</a:t>
            </a:r>
          </a:p>
          <a:p/>
          <a:p>
            <a:r>
              <a:t>For the STFT: window 70 samples, about 3.6 milliseconds; hop 2 samples; FFT size 560.</a:t>
            </a:r>
          </a:p>
          <a:p/>
          <a:p>
            <a:r>
              <a:t>The bottom figure is made in two steps. First I add up the energy from 430 to 1229 Hz, on both sides of zero. I keep away from zero on purpose, because the strong band there is mostly the body. What I keep is where the outer part of the blades lands. It is much weaker, but it belongs to the blades.</a:t>
            </a:r>
          </a:p>
          <a:p/>
          <a:p>
            <a:r>
              <a:t>Then I ask how that energy rises and falls over time, and take its spectrum.</a:t>
            </a:r>
          </a:p>
          <a:p/>
          <a:p>
            <a:r>
              <a:t>The peak sits at about 127 Hz. That is the blade flash rate: two blades passing per revolution, so twice the rotation rate. Its harmonics show up clearly too.</a:t>
            </a:r>
          </a:p>
          <a:p/>
          <a:p>
            <a:r>
              <a:t>[if asked] The band near zero moves as well, and it is much stronger. That is the body and the blades adding together, so it does carry the blade timing, but it is mixed with the body. I stay away from it for that reason.</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sz="quarter" idx="1"/>
          </p:nvPr>
        </p:nvSpPr>
        <p:spPr/>
        <p:txBody>
          <a:bodyPr/>
          <a:lstStyle/>
          <a:p>
            <a:r>
              <a:t>The previous slide was 3 metres only. Here I ran the same thing at 3, 15 and 40 metres.</a:t>
            </a:r>
          </a:p>
          <a:p/>
          <a:p>
            <a:r>
              <a:t>Our kernel gives nearly the same map at every range. The Path Solver does not. One of the 40 metre runs looks different, and that turns out to be the random seed, not the distance. I will come back to it.</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sz="quarter" idx="1"/>
          </p:nvPr>
        </p:nvSpPr>
        <p:spPr/>
        <p:txBody>
          <a:bodyPr/>
          <a:lstStyle/>
          <a:p>
            <a:r>
              <a:t>This is the band energy for each range. One thing stands out in the harmonics. With our PO approach, the peak height gradually decreases as we move to the higher harmonics. With the Path Solver, the second harmonic often comes out almost as high as the first one, and sometimes higher.</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sz="quarter" idx="1"/>
          </p:nvPr>
        </p:nvSpPr>
        <p:spPr/>
        <p:txBody>
          <a:bodyPr/>
          <a:lstStyle/>
          <a:p>
            <a:r>
              <a:t>At 40 metres I ran the Path Solver again, changing only the random seed. Even with the same drone, the same pose and the same orientation, the seed changes the result. One seed puts the strongest line on the second harmonic instead of the first one.</a:t>
            </a:r>
          </a:p>
          <a:p/>
          <a:p>
            <a:r>
              <a:t>Our PO approach has no randomness. Same pose, same orientation, same answer every time.</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sz="quarter" idx="1"/>
          </p:nvPr>
        </p:nvSpPr>
        <p:spPr/>
        <p:txBody>
          <a:bodyPr/>
          <a:lstStyle/>
          <a:p>
            <a:r>
              <a:t>For my future work, I want to make the simulation more realistic. I have three directions.</a:t>
            </a:r>
          </a:p>
          <a:p/>
          <a:p>
            <a:r>
              <a:t>First, the rotor speeds. Right now each rotor turns at a hard-coded value, and the spread between them comes from a flight simulator, not from a real drone. I want to use real flight log data instead, and also introduce temporal variation, the way a real drone adjusts its rotors while it stays in place.</a:t>
            </a:r>
          </a:p>
          <a:p/>
          <a:p>
            <a:r>
              <a:t>Second, noise. There is no receiver noise in this simulation. That is why nothing became harder when the drone moved further away. The echo does get weaker with distance, but each map is scaled to its own brightest point, so we cannot see that. And with no noise, nothing is ever buried. In the real world, noise is what decides how far we can detect, so I want to add it.</a:t>
            </a:r>
          </a:p>
          <a:p/>
          <a:p>
            <a:r>
              <a:t>Third, the geometry and the environment. Everything today uses one station that sends and receives at the same place, in empty space. Our real experiment is a passive bistatic setup, where the signal comes from someone else's base station, and it happens in a room with walls and a floor. I want to move to that geometry and add clutter modelling.</a:t>
            </a:r>
          </a:p>
          <a:p/>
          <a:p>
            <a:r>
              <a:t>All three will make the results worse, and that is the point. They bring the simulation closer to a real measurement.</a:t>
            </a:r>
          </a:p>
        </p:txBody>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idx="1" sz="quarter"/>
          </p:nvPr>
        </p:nvSpPr>
        <p:spPr/>
        <p:txBody>
          <a:bodyPr/>
          <a:lstStyle/>
          <a:p>
            <a:r>
              <a:t>One last thing. I raised the ray count to the maximum the solver allows. It takes a long time to run, so I only got the result just before this meeting. The background is much cleaner.</a:t>
            </a:r>
          </a:p>
          <a:p/>
          <a:p>
            <a:r>
              <a:t>[if asked] The seed still decides which harmonic comes out strongest.</a:t>
            </a:r>
          </a:p>
        </p:txBody>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idx="1" sz="quarter"/>
          </p:nvPr>
        </p:nvSpPr>
        <p:spPr/>
        <p:txBody>
          <a:bodyPr/>
          <a:lstStyle/>
          <a:p>
            <a:r>
              <a:t>And here they are next to each other at 40 metres. Two Path Solver runs with the full ray budget, and our PO result.</a:t>
            </a:r>
          </a:p>
          <a:p/>
          <a:p>
            <a:r>
              <a:t>[if asked] The blade lines land in the same place. What changes between the two Path Solver runs is only the random seed.</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cSld name="제목">
    <p:spTree>
      <p:nvGrpSpPr>
        <p:cNvPr id="1" name=""/>
        <p:cNvGrpSpPr/>
        <p:nvPr/>
      </p:nvGrpSpPr>
      <p:grpSpPr>
        <a:xfrm>
          <a:off x="0" y="0"/>
          <a:ext cx="0" cy="0"/>
          <a:chOff x="0" y="0"/>
          <a:chExt cx="0" cy="0"/>
        </a:xfrm>
      </p:grpSpPr>
      <p:sp>
        <p:nvSpPr>
          <p:cNvPr id="11" name="저자 및 날짜"/>
          <p:cNvSpPr txBox="1">
            <a:spLocks noGrp="1"/>
          </p:cNvSpPr>
          <p:nvPr>
            <p:ph type="body" sz="quarter" idx="21" hasCustomPrompt="1"/>
          </p:nvPr>
        </p:nvSpPr>
        <p:spPr>
          <a:xfrm>
            <a:off x="1219200" y="11986162"/>
            <a:ext cx="21945599" cy="605791"/>
          </a:xfrm>
          <a:prstGeom prst="rect">
            <a:avLst/>
          </a:prstGeom>
        </p:spPr>
        <p:txBody>
          <a:bodyPr/>
          <a:lstStyle>
            <a:lvl1pPr marL="0" indent="0" algn="ctr" defTabSz="808990">
              <a:lnSpc>
                <a:spcPct val="100000"/>
              </a:lnSpc>
              <a:spcBef>
                <a:spcPts val="0"/>
              </a:spcBef>
              <a:buSzTx/>
              <a:buNone/>
              <a:defRPr sz="2940" spc="-29"/>
            </a:lvl1pPr>
          </a:lstStyle>
          <a:p>
            <a:r>
              <a:t>저자 및 날짜</a:t>
            </a:r>
          </a:p>
        </p:txBody>
      </p:sp>
      <p:sp>
        <p:nvSpPr>
          <p:cNvPr id="12" name="프레젠테이션 제목"/>
          <p:cNvSpPr txBox="1">
            <a:spLocks noGrp="1"/>
          </p:cNvSpPr>
          <p:nvPr>
            <p:ph type="title" hasCustomPrompt="1"/>
          </p:nvPr>
        </p:nvSpPr>
        <p:spPr>
          <a:xfrm>
            <a:off x="1219200" y="3543300"/>
            <a:ext cx="21945600" cy="4267200"/>
          </a:xfrm>
          <a:prstGeom prst="rect">
            <a:avLst/>
          </a:prstGeom>
        </p:spPr>
        <p:txBody>
          <a:bodyPr anchor="b"/>
          <a:lstStyle>
            <a:lvl1pPr>
              <a:defRPr sz="9000" b="1" spc="-90">
                <a:latin typeface="AvenirNext-DemiBold"/>
                <a:ea typeface="AvenirNext-DemiBold"/>
                <a:cs typeface="AvenirNext-DemiBold"/>
                <a:sym typeface="AvenirNext-DemiBold"/>
              </a:defRPr>
            </a:lvl1pPr>
          </a:lstStyle>
          <a:p>
            <a:r>
              <a:t>프레젠테이션 제목</a:t>
            </a:r>
          </a:p>
        </p:txBody>
      </p:sp>
      <p:sp>
        <p:nvSpPr>
          <p:cNvPr id="13" name="Body Level One…"/>
          <p:cNvSpPr txBox="1">
            <a:spLocks noGrp="1"/>
          </p:cNvSpPr>
          <p:nvPr>
            <p:ph type="body" sz="quarter" idx="1" hasCustomPrompt="1"/>
          </p:nvPr>
        </p:nvSpPr>
        <p:spPr>
          <a:xfrm>
            <a:off x="1219200" y="7567579"/>
            <a:ext cx="21945600" cy="2250593"/>
          </a:xfrm>
          <a:prstGeom prst="rect">
            <a:avLst/>
          </a:prstGeom>
        </p:spPr>
        <p:txBody>
          <a:bodyPr/>
          <a:lstStyle>
            <a:lvl1pPr marL="0" indent="0" algn="ctr" defTabSz="825500">
              <a:lnSpc>
                <a:spcPct val="100000"/>
              </a:lnSpc>
              <a:spcBef>
                <a:spcPts val="0"/>
              </a:spcBef>
              <a:buSzTx/>
              <a:buNone/>
              <a:defRPr sz="6000" b="1" spc="-59">
                <a:latin typeface="AvenirNext-DemiBold"/>
                <a:ea typeface="AvenirNext-DemiBold"/>
                <a:cs typeface="AvenirNext-DemiBold"/>
                <a:sym typeface="AvenirNext-DemiBold"/>
              </a:defRPr>
            </a:lvl1pPr>
            <a:lvl2pPr marL="0" indent="457200" algn="ctr" defTabSz="825500">
              <a:lnSpc>
                <a:spcPct val="100000"/>
              </a:lnSpc>
              <a:spcBef>
                <a:spcPts val="0"/>
              </a:spcBef>
              <a:buSzTx/>
              <a:buNone/>
              <a:defRPr sz="6000" b="1" spc="-59">
                <a:latin typeface="AvenirNext-DemiBold"/>
                <a:ea typeface="AvenirNext-DemiBold"/>
                <a:cs typeface="AvenirNext-DemiBold"/>
                <a:sym typeface="AvenirNext-DemiBold"/>
              </a:defRPr>
            </a:lvl2pPr>
            <a:lvl3pPr marL="0" indent="914400" algn="ctr" defTabSz="825500">
              <a:lnSpc>
                <a:spcPct val="100000"/>
              </a:lnSpc>
              <a:spcBef>
                <a:spcPts val="0"/>
              </a:spcBef>
              <a:buSzTx/>
              <a:buNone/>
              <a:defRPr sz="6000" b="1" spc="-59">
                <a:latin typeface="AvenirNext-DemiBold"/>
                <a:ea typeface="AvenirNext-DemiBold"/>
                <a:cs typeface="AvenirNext-DemiBold"/>
                <a:sym typeface="AvenirNext-DemiBold"/>
              </a:defRPr>
            </a:lvl3pPr>
            <a:lvl4pPr marL="0" indent="1371600" algn="ctr" defTabSz="825500">
              <a:lnSpc>
                <a:spcPct val="100000"/>
              </a:lnSpc>
              <a:spcBef>
                <a:spcPts val="0"/>
              </a:spcBef>
              <a:buSzTx/>
              <a:buNone/>
              <a:defRPr sz="6000" b="1" spc="-59">
                <a:latin typeface="AvenirNext-DemiBold"/>
                <a:ea typeface="AvenirNext-DemiBold"/>
                <a:cs typeface="AvenirNext-DemiBold"/>
                <a:sym typeface="AvenirNext-DemiBold"/>
              </a:defRPr>
            </a:lvl4pPr>
            <a:lvl5pPr marL="0" indent="1828800" algn="ctr" defTabSz="825500">
              <a:lnSpc>
                <a:spcPct val="100000"/>
              </a:lnSpc>
              <a:spcBef>
                <a:spcPts val="0"/>
              </a:spcBef>
              <a:buSzTx/>
              <a:buNone/>
              <a:defRPr sz="6000" b="1" spc="-59">
                <a:latin typeface="AvenirNext-DemiBold"/>
                <a:ea typeface="AvenirNext-DemiBold"/>
                <a:cs typeface="AvenirNext-DemiBold"/>
                <a:sym typeface="AvenirNext-DemiBold"/>
              </a:defRPr>
            </a:lvl5pPr>
          </a:lstStyle>
          <a:p>
            <a:r>
              <a:t>프레젠테이션 부제</a:t>
            </a:r>
          </a:p>
          <a:p>
            <a:pPr lvl="1"/>
            <a:endParaRPr/>
          </a:p>
          <a:p>
            <a:pPr lvl="2"/>
            <a:endParaRPr/>
          </a:p>
          <a:p>
            <a:pPr lvl="3"/>
            <a:endParaRPr/>
          </a:p>
          <a:p>
            <a:pPr lvl="4"/>
            <a:endParaRPr/>
          </a:p>
        </p:txBody>
      </p:sp>
      <p:sp>
        <p:nvSpPr>
          <p:cNvPr id="14" name="Slide Number"/>
          <p:cNvSpPr txBox="1">
            <a:spLocks noGrp="1"/>
          </p:cNvSpPr>
          <p:nvPr>
            <p:ph type="sldNum" sz="quarter" idx="2"/>
          </p:nvPr>
        </p:nvSpPr>
        <p:spPr>
          <a:xfrm>
            <a:off x="11880849" y="12418060"/>
            <a:ext cx="629921" cy="711201"/>
          </a:xfrm>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2.xml><?xml version="1.0" encoding="utf-8"?>
<p:sldLayout xmlns:a="http://schemas.openxmlformats.org/drawingml/2006/main" xmlns:r="http://schemas.openxmlformats.org/officeDocument/2006/relationships" xmlns:p="http://schemas.openxmlformats.org/presentationml/2006/main" type="tx">
  <p:cSld name="제목 및 구분점">
    <p:spTree>
      <p:nvGrpSpPr>
        <p:cNvPr id="1" name=""/>
        <p:cNvGrpSpPr/>
        <p:nvPr/>
      </p:nvGrpSpPr>
      <p:grpSpPr>
        <a:xfrm>
          <a:off x="0" y="0"/>
          <a:ext cx="0" cy="0"/>
          <a:chOff x="0" y="0"/>
          <a:chExt cx="0" cy="0"/>
        </a:xfrm>
      </p:grpSpPr>
      <p:sp>
        <p:nvSpPr>
          <p:cNvPr id="42" name="슬라이드 제목"/>
          <p:cNvSpPr txBox="1">
            <a:spLocks noGrp="1"/>
          </p:cNvSpPr>
          <p:nvPr>
            <p:ph type="title" hasCustomPrompt="1"/>
          </p:nvPr>
        </p:nvSpPr>
        <p:spPr>
          <a:prstGeom prst="rect">
            <a:avLst/>
          </a:prstGeom>
        </p:spPr>
        <p:txBody>
          <a:bodyPr/>
          <a:lstStyle/>
          <a:p>
            <a:r>
              <a:t>슬라이드 제목</a:t>
            </a:r>
          </a:p>
        </p:txBody>
      </p:sp>
      <p:sp>
        <p:nvSpPr>
          <p:cNvPr id="43" name="Body Level One…"/>
          <p:cNvSpPr txBox="1">
            <a:spLocks noGrp="1"/>
          </p:cNvSpPr>
          <p:nvPr>
            <p:ph type="body" idx="1" hasCustomPrompt="1"/>
          </p:nvPr>
        </p:nvSpPr>
        <p:spPr>
          <a:prstGeom prst="rect">
            <a:avLst/>
          </a:prstGeom>
        </p:spPr>
        <p:txBody>
          <a:bodyPr/>
          <a:lstStyle/>
          <a:p>
            <a:r>
              <a:t>슬라이드 구분점 텍스트</a:t>
            </a:r>
          </a:p>
          <a:p>
            <a:pPr lvl="1"/>
            <a:endParaRPr/>
          </a:p>
          <a:p>
            <a:pPr lvl="2"/>
            <a:endParaRPr/>
          </a:p>
          <a:p>
            <a:pPr lvl="3"/>
            <a:endParaRPr/>
          </a:p>
          <a:p>
            <a:pPr lvl="4"/>
            <a:endParaRPr/>
          </a:p>
        </p:txBody>
      </p:sp>
      <p:sp>
        <p:nvSpPr>
          <p:cNvPr id="44" name="슬라이드 부제"/>
          <p:cNvSpPr txBox="1">
            <a:spLocks noGrp="1"/>
          </p:cNvSpPr>
          <p:nvPr>
            <p:ph type="body" sz="quarter" idx="21" hasCustomPrompt="1"/>
          </p:nvPr>
        </p:nvSpPr>
        <p:spPr>
          <a:xfrm>
            <a:off x="1219200" y="2384648"/>
            <a:ext cx="21945602" cy="832613"/>
          </a:xfrm>
          <a:prstGeom prst="rect">
            <a:avLst/>
          </a:prstGeom>
        </p:spPr>
        <p:txBody>
          <a:bodyPr/>
          <a:lstStyle>
            <a:lvl1pPr marL="0" indent="0" algn="ctr" defTabSz="792479">
              <a:lnSpc>
                <a:spcPct val="100000"/>
              </a:lnSpc>
              <a:spcBef>
                <a:spcPts val="0"/>
              </a:spcBef>
              <a:buSzTx/>
              <a:buNone/>
              <a:defRPr sz="4224" b="1" spc="-42">
                <a:latin typeface="AvenirNext-DemiBold"/>
                <a:ea typeface="AvenirNext-DemiBold"/>
                <a:cs typeface="AvenirNext-DemiBold"/>
                <a:sym typeface="AvenirNext-DemiBold"/>
              </a:defRPr>
            </a:lvl1pPr>
          </a:lstStyle>
          <a:p>
            <a:r>
              <a:t>슬라이드 부제</a:t>
            </a:r>
          </a:p>
        </p:txBody>
      </p:sp>
      <p:sp>
        <p:nvSpPr>
          <p:cNvPr id="45"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3.xml><?xml version="1.0" encoding="utf-8"?>
<p:sldLayout xmlns:a="http://schemas.openxmlformats.org/drawingml/2006/main" xmlns:r="http://schemas.openxmlformats.org/officeDocument/2006/relationships" xmlns:p="http://schemas.openxmlformats.org/presentationml/2006/main" type="tx">
  <p:cSld name="제목, 구분점 및 사진">
    <p:spTree>
      <p:nvGrpSpPr>
        <p:cNvPr id="1" name=""/>
        <p:cNvGrpSpPr/>
        <p:nvPr/>
      </p:nvGrpSpPr>
      <p:grpSpPr>
        <a:xfrm>
          <a:off x="0" y="0"/>
          <a:ext cx="0" cy="0"/>
          <a:chOff x="0" y="0"/>
          <a:chExt cx="0" cy="0"/>
        </a:xfrm>
      </p:grpSpPr>
      <p:sp>
        <p:nvSpPr>
          <p:cNvPr id="60" name="슬라이드 제목"/>
          <p:cNvSpPr txBox="1">
            <a:spLocks noGrp="1"/>
          </p:cNvSpPr>
          <p:nvPr>
            <p:ph type="title" hasCustomPrompt="1"/>
          </p:nvPr>
        </p:nvSpPr>
        <p:spPr>
          <a:xfrm>
            <a:off x="1219200" y="774700"/>
            <a:ext cx="9753600" cy="1600200"/>
          </a:xfrm>
          <a:prstGeom prst="rect">
            <a:avLst/>
          </a:prstGeom>
        </p:spPr>
        <p:txBody>
          <a:bodyPr/>
          <a:lstStyle/>
          <a:p>
            <a:r>
              <a:t>슬라이드 제목</a:t>
            </a:r>
          </a:p>
        </p:txBody>
      </p:sp>
      <p:sp>
        <p:nvSpPr>
          <p:cNvPr id="61" name="해 질 무렵의 하늘을 배경으로 둔 바다"/>
          <p:cNvSpPr>
            <a:spLocks noGrp="1"/>
          </p:cNvSpPr>
          <p:nvPr>
            <p:ph type="pic" idx="21"/>
          </p:nvPr>
        </p:nvSpPr>
        <p:spPr>
          <a:xfrm>
            <a:off x="12192644" y="718588"/>
            <a:ext cx="10972801" cy="12329624"/>
          </a:xfrm>
          <a:prstGeom prst="rect">
            <a:avLst/>
          </a:prstGeom>
        </p:spPr>
        <p:txBody>
          <a:bodyPr lIns="91439" tIns="45719" rIns="91439" bIns="45719">
            <a:noAutofit/>
          </a:bodyPr>
          <a:lstStyle/>
          <a:p>
            <a:endParaRPr/>
          </a:p>
        </p:txBody>
      </p:sp>
      <p:sp>
        <p:nvSpPr>
          <p:cNvPr id="62" name="슬라이드 부제"/>
          <p:cNvSpPr txBox="1">
            <a:spLocks noGrp="1"/>
          </p:cNvSpPr>
          <p:nvPr>
            <p:ph type="body" sz="quarter" idx="22" hasCustomPrompt="1"/>
          </p:nvPr>
        </p:nvSpPr>
        <p:spPr>
          <a:xfrm>
            <a:off x="1219200" y="2387600"/>
            <a:ext cx="9757569" cy="832612"/>
          </a:xfrm>
          <a:prstGeom prst="rect">
            <a:avLst/>
          </a:prstGeom>
        </p:spPr>
        <p:txBody>
          <a:bodyPr/>
          <a:lstStyle>
            <a:lvl1pPr marL="0" indent="0" algn="ctr" defTabSz="792479">
              <a:lnSpc>
                <a:spcPct val="100000"/>
              </a:lnSpc>
              <a:spcBef>
                <a:spcPts val="0"/>
              </a:spcBef>
              <a:buSzTx/>
              <a:buNone/>
              <a:defRPr sz="4224" b="1" spc="-42">
                <a:latin typeface="AvenirNext-DemiBold"/>
                <a:ea typeface="AvenirNext-DemiBold"/>
                <a:cs typeface="AvenirNext-DemiBold"/>
                <a:sym typeface="AvenirNext-DemiBold"/>
              </a:defRPr>
            </a:lvl1pPr>
          </a:lstStyle>
          <a:p>
            <a:r>
              <a:t>슬라이드 부제</a:t>
            </a:r>
          </a:p>
        </p:txBody>
      </p:sp>
      <p:sp>
        <p:nvSpPr>
          <p:cNvPr id="63" name="Body Level One…"/>
          <p:cNvSpPr txBox="1">
            <a:spLocks noGrp="1"/>
          </p:cNvSpPr>
          <p:nvPr>
            <p:ph type="body" sz="half" idx="1" hasCustomPrompt="1"/>
          </p:nvPr>
        </p:nvSpPr>
        <p:spPr>
          <a:xfrm>
            <a:off x="1219200" y="4023221"/>
            <a:ext cx="9757569" cy="8384679"/>
          </a:xfrm>
          <a:prstGeom prst="rect">
            <a:avLst/>
          </a:prstGeom>
        </p:spPr>
        <p:txBody>
          <a:bodyPr/>
          <a:lstStyle/>
          <a:p>
            <a:r>
              <a:t>슬라이드 구분점 텍스트</a:t>
            </a:r>
          </a:p>
          <a:p>
            <a:pPr lvl="1"/>
            <a:endParaRPr/>
          </a:p>
          <a:p>
            <a:pPr lvl="2"/>
            <a:endParaRPr/>
          </a:p>
          <a:p>
            <a:pPr lvl="3"/>
            <a:endParaRPr/>
          </a:p>
          <a:p>
            <a:pPr lvl="4"/>
            <a:endParaRPr/>
          </a:p>
        </p:txBody>
      </p:sp>
      <p:sp>
        <p:nvSpPr>
          <p:cNvPr id="64" name="Slide Number"/>
          <p:cNvSpPr txBox="1">
            <a:spLocks noGrp="1"/>
          </p:cNvSpPr>
          <p:nvPr>
            <p:ph type="sldNum" sz="quarter" idx="2"/>
          </p:nvPr>
        </p:nvSpPr>
        <p:spPr>
          <a:xfrm>
            <a:off x="11883390" y="12418060"/>
            <a:ext cx="629921" cy="711201"/>
          </a:xfrm>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4.xml><?xml version="1.0" encoding="utf-8"?>
<p:sldLayout xmlns:a="http://schemas.openxmlformats.org/drawingml/2006/main" xmlns:r="http://schemas.openxmlformats.org/officeDocument/2006/relationships" xmlns:p="http://schemas.openxmlformats.org/presentationml/2006/main" type="tx">
  <p:cSld name="제목, 구분점 및 작은 라이브 비디오">
    <p:spTree>
      <p:nvGrpSpPr>
        <p:cNvPr id="1" name=""/>
        <p:cNvGrpSpPr/>
        <p:nvPr/>
      </p:nvGrpSpPr>
      <p:grpSpPr>
        <a:xfrm>
          <a:off x="0" y="0"/>
          <a:ext cx="0" cy="0"/>
          <a:chOff x="0" y="0"/>
          <a:chExt cx="0" cy="0"/>
        </a:xfrm>
      </p:grpSpPr>
      <p:sp>
        <p:nvSpPr>
          <p:cNvPr id="71" name="슬라이드 제목"/>
          <p:cNvSpPr txBox="1">
            <a:spLocks noGrp="1"/>
          </p:cNvSpPr>
          <p:nvPr>
            <p:ph type="title" hasCustomPrompt="1"/>
          </p:nvPr>
        </p:nvSpPr>
        <p:spPr>
          <a:xfrm>
            <a:off x="1219200" y="774700"/>
            <a:ext cx="9753600" cy="1600200"/>
          </a:xfrm>
          <a:prstGeom prst="rect">
            <a:avLst/>
          </a:prstGeom>
        </p:spPr>
        <p:txBody>
          <a:bodyPr/>
          <a:lstStyle/>
          <a:p>
            <a:r>
              <a:t>슬라이드 제목</a:t>
            </a:r>
          </a:p>
        </p:txBody>
      </p:sp>
      <p:sp>
        <p:nvSpPr>
          <p:cNvPr id="72" name="슬라이드 부제"/>
          <p:cNvSpPr txBox="1">
            <a:spLocks noGrp="1"/>
          </p:cNvSpPr>
          <p:nvPr>
            <p:ph type="body" sz="quarter" idx="21" hasCustomPrompt="1"/>
          </p:nvPr>
        </p:nvSpPr>
        <p:spPr>
          <a:xfrm>
            <a:off x="1219200" y="2387600"/>
            <a:ext cx="9757569" cy="832612"/>
          </a:xfrm>
          <a:prstGeom prst="rect">
            <a:avLst/>
          </a:prstGeom>
        </p:spPr>
        <p:txBody>
          <a:bodyPr/>
          <a:lstStyle>
            <a:lvl1pPr marL="0" indent="0" algn="ctr" defTabSz="792479">
              <a:lnSpc>
                <a:spcPct val="100000"/>
              </a:lnSpc>
              <a:spcBef>
                <a:spcPts val="0"/>
              </a:spcBef>
              <a:buSzTx/>
              <a:buNone/>
              <a:defRPr sz="4224" b="1" spc="-42">
                <a:latin typeface="AvenirNext-DemiBold"/>
                <a:ea typeface="AvenirNext-DemiBold"/>
                <a:cs typeface="AvenirNext-DemiBold"/>
                <a:sym typeface="AvenirNext-DemiBold"/>
              </a:defRPr>
            </a:lvl1pPr>
          </a:lstStyle>
          <a:p>
            <a:r>
              <a:t>슬라이드 부제</a:t>
            </a:r>
          </a:p>
        </p:txBody>
      </p:sp>
      <p:sp>
        <p:nvSpPr>
          <p:cNvPr id="73" name="Body Level One…"/>
          <p:cNvSpPr txBox="1">
            <a:spLocks noGrp="1"/>
          </p:cNvSpPr>
          <p:nvPr>
            <p:ph type="body" sz="half" idx="1" hasCustomPrompt="1"/>
          </p:nvPr>
        </p:nvSpPr>
        <p:spPr>
          <a:xfrm>
            <a:off x="1219200" y="4023221"/>
            <a:ext cx="9757569" cy="8384679"/>
          </a:xfrm>
          <a:prstGeom prst="rect">
            <a:avLst/>
          </a:prstGeom>
        </p:spPr>
        <p:txBody>
          <a:bodyPr/>
          <a:lstStyle/>
          <a:p>
            <a:r>
              <a:t>슬라이드 구분점 텍스트</a:t>
            </a:r>
          </a:p>
          <a:p>
            <a:pPr lvl="1"/>
            <a:endParaRPr/>
          </a:p>
          <a:p>
            <a:pPr lvl="2"/>
            <a:endParaRPr/>
          </a:p>
          <a:p>
            <a:pPr lvl="3"/>
            <a:endParaRPr/>
          </a:p>
          <a:p>
            <a:pPr lvl="4"/>
            <a:endParaRPr/>
          </a:p>
        </p:txBody>
      </p:sp>
      <p:sp>
        <p:nvSpPr>
          <p:cNvPr id="74" name="Slide Number"/>
          <p:cNvSpPr txBox="1">
            <a:spLocks noGrp="1"/>
          </p:cNvSpPr>
          <p:nvPr>
            <p:ph type="sldNum" sz="quarter" idx="2"/>
          </p:nvPr>
        </p:nvSpPr>
        <p:spPr>
          <a:xfrm>
            <a:off x="11883390" y="12418060"/>
            <a:ext cx="629921" cy="711201"/>
          </a:xfrm>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5.xml><?xml version="1.0" encoding="utf-8"?>
<p:sldLayout xmlns:a="http://schemas.openxmlformats.org/drawingml/2006/main" xmlns:r="http://schemas.openxmlformats.org/officeDocument/2006/relationships" xmlns:p="http://schemas.openxmlformats.org/presentationml/2006/main" type="tx">
  <p:cSld name="제목, 구분점 및 큰 라이브 비디오">
    <p:spTree>
      <p:nvGrpSpPr>
        <p:cNvPr id="1" name=""/>
        <p:cNvGrpSpPr/>
        <p:nvPr/>
      </p:nvGrpSpPr>
      <p:grpSpPr>
        <a:xfrm>
          <a:off x="0" y="0"/>
          <a:ext cx="0" cy="0"/>
          <a:chOff x="0" y="0"/>
          <a:chExt cx="0" cy="0"/>
        </a:xfrm>
      </p:grpSpPr>
      <p:sp>
        <p:nvSpPr>
          <p:cNvPr id="81" name="슬라이드 제목"/>
          <p:cNvSpPr txBox="1">
            <a:spLocks noGrp="1"/>
          </p:cNvSpPr>
          <p:nvPr>
            <p:ph type="title" hasCustomPrompt="1"/>
          </p:nvPr>
        </p:nvSpPr>
        <p:spPr>
          <a:xfrm>
            <a:off x="1219200" y="774700"/>
            <a:ext cx="9753600" cy="1600200"/>
          </a:xfrm>
          <a:prstGeom prst="rect">
            <a:avLst/>
          </a:prstGeom>
        </p:spPr>
        <p:txBody>
          <a:bodyPr/>
          <a:lstStyle/>
          <a:p>
            <a:r>
              <a:t>슬라이드 제목</a:t>
            </a:r>
          </a:p>
        </p:txBody>
      </p:sp>
      <p:sp>
        <p:nvSpPr>
          <p:cNvPr id="82" name="슬라이드 부제"/>
          <p:cNvSpPr txBox="1">
            <a:spLocks noGrp="1"/>
          </p:cNvSpPr>
          <p:nvPr>
            <p:ph type="body" sz="quarter" idx="21" hasCustomPrompt="1"/>
          </p:nvPr>
        </p:nvSpPr>
        <p:spPr>
          <a:xfrm>
            <a:off x="1219200" y="2387600"/>
            <a:ext cx="9757569" cy="832612"/>
          </a:xfrm>
          <a:prstGeom prst="rect">
            <a:avLst/>
          </a:prstGeom>
        </p:spPr>
        <p:txBody>
          <a:bodyPr/>
          <a:lstStyle>
            <a:lvl1pPr marL="0" indent="0" algn="ctr" defTabSz="792479">
              <a:lnSpc>
                <a:spcPct val="100000"/>
              </a:lnSpc>
              <a:spcBef>
                <a:spcPts val="0"/>
              </a:spcBef>
              <a:buSzTx/>
              <a:buNone/>
              <a:defRPr sz="4224" b="1" spc="-42">
                <a:latin typeface="AvenirNext-DemiBold"/>
                <a:ea typeface="AvenirNext-DemiBold"/>
                <a:cs typeface="AvenirNext-DemiBold"/>
                <a:sym typeface="AvenirNext-DemiBold"/>
              </a:defRPr>
            </a:lvl1pPr>
          </a:lstStyle>
          <a:p>
            <a:r>
              <a:t>슬라이드 부제</a:t>
            </a:r>
          </a:p>
        </p:txBody>
      </p:sp>
      <p:sp>
        <p:nvSpPr>
          <p:cNvPr id="83" name="Body Level One…"/>
          <p:cNvSpPr txBox="1">
            <a:spLocks noGrp="1"/>
          </p:cNvSpPr>
          <p:nvPr>
            <p:ph type="body" sz="half" idx="1" hasCustomPrompt="1"/>
          </p:nvPr>
        </p:nvSpPr>
        <p:spPr>
          <a:xfrm>
            <a:off x="1219200" y="4023221"/>
            <a:ext cx="9757569" cy="8384679"/>
          </a:xfrm>
          <a:prstGeom prst="rect">
            <a:avLst/>
          </a:prstGeom>
        </p:spPr>
        <p:txBody>
          <a:bodyPr/>
          <a:lstStyle/>
          <a:p>
            <a:r>
              <a:t>슬라이드 구분점 텍스트</a:t>
            </a:r>
          </a:p>
          <a:p>
            <a:pPr lvl="1"/>
            <a:endParaRPr/>
          </a:p>
          <a:p>
            <a:pPr lvl="2"/>
            <a:endParaRPr/>
          </a:p>
          <a:p>
            <a:pPr lvl="3"/>
            <a:endParaRPr/>
          </a:p>
          <a:p>
            <a:pPr lvl="4"/>
            <a:endParaRPr/>
          </a:p>
        </p:txBody>
      </p:sp>
      <p:sp>
        <p:nvSpPr>
          <p:cNvPr id="84" name="Slide Number"/>
          <p:cNvSpPr txBox="1">
            <a:spLocks noGrp="1"/>
          </p:cNvSpPr>
          <p:nvPr>
            <p:ph type="sldNum" sz="quarter" idx="2"/>
          </p:nvPr>
        </p:nvSpPr>
        <p:spPr>
          <a:xfrm>
            <a:off x="11883390" y="12418060"/>
            <a:ext cx="629921" cy="711201"/>
          </a:xfrm>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6.xml><?xml version="1.0" encoding="utf-8"?>
<p:sldLayout xmlns:a="http://schemas.openxmlformats.org/drawingml/2006/main" xmlns:r="http://schemas.openxmlformats.org/officeDocument/2006/relationships" xmlns:p="http://schemas.openxmlformats.org/presentationml/2006/main" type="tx">
  <p:cSld name="섹션">
    <p:spTree>
      <p:nvGrpSpPr>
        <p:cNvPr id="1" name=""/>
        <p:cNvGrpSpPr/>
        <p:nvPr/>
      </p:nvGrpSpPr>
      <p:grpSpPr>
        <a:xfrm>
          <a:off x="0" y="0"/>
          <a:ext cx="0" cy="0"/>
          <a:chOff x="0" y="0"/>
          <a:chExt cx="0" cy="0"/>
        </a:xfrm>
      </p:grpSpPr>
      <p:sp>
        <p:nvSpPr>
          <p:cNvPr id="91" name="섹션 제목"/>
          <p:cNvSpPr txBox="1">
            <a:spLocks noGrp="1"/>
          </p:cNvSpPr>
          <p:nvPr>
            <p:ph type="title" hasCustomPrompt="1"/>
          </p:nvPr>
        </p:nvSpPr>
        <p:spPr>
          <a:xfrm>
            <a:off x="1219200" y="3242270"/>
            <a:ext cx="21945600" cy="6604001"/>
          </a:xfrm>
          <a:prstGeom prst="rect">
            <a:avLst/>
          </a:prstGeom>
        </p:spPr>
        <p:txBody>
          <a:bodyPr anchor="ctr"/>
          <a:lstStyle>
            <a:lvl1pPr algn="ctr">
              <a:defRPr sz="12800" spc="0">
                <a:latin typeface="Canela Bold"/>
                <a:ea typeface="Canela Bold"/>
                <a:cs typeface="Canela Bold"/>
                <a:sym typeface="Canela Bold"/>
              </a:defRPr>
            </a:lvl1pPr>
          </a:lstStyle>
          <a:p>
            <a:r>
              <a:t>섹션 제목</a:t>
            </a:r>
          </a:p>
        </p:txBody>
      </p:sp>
      <p:sp>
        <p:nvSpPr>
          <p:cNvPr id="92" name="Slide Number"/>
          <p:cNvSpPr txBox="1">
            <a:spLocks noGrp="1"/>
          </p:cNvSpPr>
          <p:nvPr>
            <p:ph type="sldNum" sz="quarter" idx="2"/>
          </p:nvPr>
        </p:nvSpPr>
        <p:spPr>
          <a:xfrm>
            <a:off x="11880849" y="12418060"/>
            <a:ext cx="629921" cy="711201"/>
          </a:xfrm>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7.xml><?xml version="1.0" encoding="utf-8"?>
<p:sldLayout xmlns:a="http://schemas.openxmlformats.org/drawingml/2006/main" xmlns:r="http://schemas.openxmlformats.org/officeDocument/2006/relationships" xmlns:p="http://schemas.openxmlformats.org/presentationml/2006/main" type="tx">
  <p:cSld name="제목 전용">
    <p:spTree>
      <p:nvGrpSpPr>
        <p:cNvPr id="1" name=""/>
        <p:cNvGrpSpPr/>
        <p:nvPr/>
      </p:nvGrpSpPr>
      <p:grpSpPr>
        <a:xfrm>
          <a:off x="0" y="0"/>
          <a:ext cx="0" cy="0"/>
          <a:chOff x="0" y="0"/>
          <a:chExt cx="0" cy="0"/>
        </a:xfrm>
      </p:grpSpPr>
      <p:sp>
        <p:nvSpPr>
          <p:cNvPr id="99" name="슬라이드 제목"/>
          <p:cNvSpPr txBox="1">
            <a:spLocks noGrp="1"/>
          </p:cNvSpPr>
          <p:nvPr>
            <p:ph type="title" hasCustomPrompt="1"/>
          </p:nvPr>
        </p:nvSpPr>
        <p:spPr>
          <a:prstGeom prst="rect">
            <a:avLst/>
          </a:prstGeom>
        </p:spPr>
        <p:txBody>
          <a:bodyPr/>
          <a:lstStyle/>
          <a:p>
            <a:r>
              <a:t>슬라이드 제목</a:t>
            </a:r>
          </a:p>
        </p:txBody>
      </p:sp>
      <p:sp>
        <p:nvSpPr>
          <p:cNvPr id="100" name="슬라이드 부제"/>
          <p:cNvSpPr txBox="1">
            <a:spLocks noGrp="1"/>
          </p:cNvSpPr>
          <p:nvPr>
            <p:ph type="body" sz="quarter" idx="21" hasCustomPrompt="1"/>
          </p:nvPr>
        </p:nvSpPr>
        <p:spPr>
          <a:xfrm>
            <a:off x="1219200" y="2384648"/>
            <a:ext cx="21945602" cy="832613"/>
          </a:xfrm>
          <a:prstGeom prst="rect">
            <a:avLst/>
          </a:prstGeom>
        </p:spPr>
        <p:txBody>
          <a:bodyPr/>
          <a:lstStyle>
            <a:lvl1pPr marL="0" indent="0" algn="ctr" defTabSz="792479">
              <a:lnSpc>
                <a:spcPct val="100000"/>
              </a:lnSpc>
              <a:spcBef>
                <a:spcPts val="0"/>
              </a:spcBef>
              <a:buSzTx/>
              <a:buNone/>
              <a:defRPr sz="4224" b="1" spc="-42">
                <a:latin typeface="AvenirNext-DemiBold"/>
                <a:ea typeface="AvenirNext-DemiBold"/>
                <a:cs typeface="AvenirNext-DemiBold"/>
                <a:sym typeface="AvenirNext-DemiBold"/>
              </a:defRPr>
            </a:lvl1pPr>
          </a:lstStyle>
          <a:p>
            <a:r>
              <a:t>슬라이드 부제</a:t>
            </a:r>
          </a:p>
        </p:txBody>
      </p:sp>
      <p:sp>
        <p:nvSpPr>
          <p:cNvPr id="101" name="Slide Number"/>
          <p:cNvSpPr txBox="1">
            <a:spLocks noGrp="1"/>
          </p:cNvSpPr>
          <p:nvPr>
            <p:ph type="sldNum" sz="quarter" idx="2"/>
          </p:nvPr>
        </p:nvSpPr>
        <p:spPr>
          <a:xfrm>
            <a:off x="11880849" y="12418060"/>
            <a:ext cx="629921" cy="711201"/>
          </a:xfrm>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8.xml><?xml version="1.0" encoding="utf-8"?>
<p:sldLayout xmlns:a="http://schemas.openxmlformats.org/drawingml/2006/main" xmlns:r="http://schemas.openxmlformats.org/officeDocument/2006/relationships" xmlns:p="http://schemas.openxmlformats.org/presentationml/2006/main" type="tx">
  <p:cSld name="의제">
    <p:spTree>
      <p:nvGrpSpPr>
        <p:cNvPr id="1" name=""/>
        <p:cNvGrpSpPr/>
        <p:nvPr/>
      </p:nvGrpSpPr>
      <p:grpSpPr>
        <a:xfrm>
          <a:off x="0" y="0"/>
          <a:ext cx="0" cy="0"/>
          <a:chOff x="0" y="0"/>
          <a:chExt cx="0" cy="0"/>
        </a:xfrm>
      </p:grpSpPr>
      <p:sp>
        <p:nvSpPr>
          <p:cNvPr id="108" name="의제 제목"/>
          <p:cNvSpPr txBox="1">
            <a:spLocks noGrp="1"/>
          </p:cNvSpPr>
          <p:nvPr>
            <p:ph type="title" hasCustomPrompt="1"/>
          </p:nvPr>
        </p:nvSpPr>
        <p:spPr>
          <a:prstGeom prst="rect">
            <a:avLst/>
          </a:prstGeom>
        </p:spPr>
        <p:txBody>
          <a:bodyPr/>
          <a:lstStyle/>
          <a:p>
            <a:r>
              <a:t>의제 제목</a:t>
            </a:r>
          </a:p>
        </p:txBody>
      </p:sp>
      <p:sp>
        <p:nvSpPr>
          <p:cNvPr id="109" name="Body Level One…"/>
          <p:cNvSpPr txBox="1">
            <a:spLocks noGrp="1"/>
          </p:cNvSpPr>
          <p:nvPr>
            <p:ph type="body" idx="1" hasCustomPrompt="1"/>
          </p:nvPr>
        </p:nvSpPr>
        <p:spPr>
          <a:xfrm>
            <a:off x="1219200" y="4013200"/>
            <a:ext cx="21945600" cy="8385548"/>
          </a:xfrm>
          <a:prstGeom prst="rect">
            <a:avLst/>
          </a:prstGeom>
        </p:spPr>
        <p:txBody>
          <a:bodyPr/>
          <a:lstStyle>
            <a:lvl1pPr marL="0" indent="0" defTabSz="825500">
              <a:lnSpc>
                <a:spcPct val="100000"/>
              </a:lnSpc>
              <a:buSzTx/>
              <a:buNone/>
              <a:defRPr sz="6800" spc="-136">
                <a:latin typeface="Canela Deck Regular"/>
                <a:ea typeface="Canela Deck Regular"/>
                <a:cs typeface="Canela Deck Regular"/>
                <a:sym typeface="Canela Deck Regular"/>
              </a:defRPr>
            </a:lvl1pPr>
            <a:lvl2pPr marL="0" indent="457200" defTabSz="825500">
              <a:lnSpc>
                <a:spcPct val="100000"/>
              </a:lnSpc>
              <a:buSzTx/>
              <a:buNone/>
              <a:defRPr sz="6800" spc="-136">
                <a:latin typeface="Canela Deck Regular"/>
                <a:ea typeface="Canela Deck Regular"/>
                <a:cs typeface="Canela Deck Regular"/>
                <a:sym typeface="Canela Deck Regular"/>
              </a:defRPr>
            </a:lvl2pPr>
            <a:lvl3pPr marL="0" indent="914400" defTabSz="825500">
              <a:lnSpc>
                <a:spcPct val="100000"/>
              </a:lnSpc>
              <a:buSzTx/>
              <a:buNone/>
              <a:defRPr sz="6800" spc="-136">
                <a:latin typeface="Canela Deck Regular"/>
                <a:ea typeface="Canela Deck Regular"/>
                <a:cs typeface="Canela Deck Regular"/>
                <a:sym typeface="Canela Deck Regular"/>
              </a:defRPr>
            </a:lvl3pPr>
            <a:lvl4pPr marL="0" indent="1371600" defTabSz="825500">
              <a:lnSpc>
                <a:spcPct val="100000"/>
              </a:lnSpc>
              <a:buSzTx/>
              <a:buNone/>
              <a:defRPr sz="6800" spc="-136">
                <a:latin typeface="Canela Deck Regular"/>
                <a:ea typeface="Canela Deck Regular"/>
                <a:cs typeface="Canela Deck Regular"/>
                <a:sym typeface="Canela Deck Regular"/>
              </a:defRPr>
            </a:lvl4pPr>
            <a:lvl5pPr marL="0" indent="1828800" defTabSz="825500">
              <a:lnSpc>
                <a:spcPct val="100000"/>
              </a:lnSpc>
              <a:buSzTx/>
              <a:buNone/>
              <a:defRPr sz="6800" spc="-136">
                <a:latin typeface="Canela Deck Regular"/>
                <a:ea typeface="Canela Deck Regular"/>
                <a:cs typeface="Canela Deck Regular"/>
                <a:sym typeface="Canela Deck Regular"/>
              </a:defRPr>
            </a:lvl5pPr>
          </a:lstStyle>
          <a:p>
            <a:r>
              <a:t>의제 주제</a:t>
            </a:r>
          </a:p>
          <a:p>
            <a:pPr lvl="1"/>
            <a:endParaRPr/>
          </a:p>
          <a:p>
            <a:pPr lvl="2"/>
            <a:endParaRPr/>
          </a:p>
          <a:p>
            <a:pPr lvl="3"/>
            <a:endParaRPr/>
          </a:p>
          <a:p>
            <a:pPr lvl="4"/>
            <a:endParaRPr/>
          </a:p>
        </p:txBody>
      </p:sp>
      <p:sp>
        <p:nvSpPr>
          <p:cNvPr id="110" name="의제 부제"/>
          <p:cNvSpPr txBox="1">
            <a:spLocks noGrp="1"/>
          </p:cNvSpPr>
          <p:nvPr>
            <p:ph type="body" sz="quarter" idx="21" hasCustomPrompt="1"/>
          </p:nvPr>
        </p:nvSpPr>
        <p:spPr>
          <a:xfrm>
            <a:off x="1219200" y="2387115"/>
            <a:ext cx="21945602" cy="832613"/>
          </a:xfrm>
          <a:prstGeom prst="rect">
            <a:avLst/>
          </a:prstGeom>
        </p:spPr>
        <p:txBody>
          <a:bodyPr/>
          <a:lstStyle>
            <a:lvl1pPr marL="0" indent="0" algn="ctr" defTabSz="792479">
              <a:lnSpc>
                <a:spcPct val="100000"/>
              </a:lnSpc>
              <a:spcBef>
                <a:spcPts val="0"/>
              </a:spcBef>
              <a:buSzTx/>
              <a:buNone/>
              <a:defRPr sz="4224" b="1" spc="-42">
                <a:latin typeface="AvenirNext-DemiBold"/>
                <a:ea typeface="AvenirNext-DemiBold"/>
                <a:cs typeface="AvenirNext-DemiBold"/>
                <a:sym typeface="AvenirNext-DemiBold"/>
              </a:defRPr>
            </a:lvl1pPr>
          </a:lstStyle>
          <a:p>
            <a:r>
              <a:t>의제 부제</a:t>
            </a:r>
          </a:p>
        </p:txBody>
      </p:sp>
      <p:sp>
        <p:nvSpPr>
          <p:cNvPr id="111" name="Slide Number"/>
          <p:cNvSpPr txBox="1">
            <a:spLocks noGrp="1"/>
          </p:cNvSpPr>
          <p:nvPr>
            <p:ph type="sldNum" sz="quarter" idx="2"/>
          </p:nvPr>
        </p:nvSpPr>
        <p:spPr>
          <a:xfrm>
            <a:off x="11880849" y="12418060"/>
            <a:ext cx="629921" cy="711201"/>
          </a:xfrm>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9.xml><?xml version="1.0" encoding="utf-8"?>
<p:sldLayout xmlns:a="http://schemas.openxmlformats.org/drawingml/2006/main" xmlns:r="http://schemas.openxmlformats.org/officeDocument/2006/relationships" xmlns:p="http://schemas.openxmlformats.org/presentationml/2006/main" type="tx">
  <p:cSld name="내역서">
    <p:spTree>
      <p:nvGrpSpPr>
        <p:cNvPr id="1" name=""/>
        <p:cNvGrpSpPr/>
        <p:nvPr/>
      </p:nvGrpSpPr>
      <p:grpSpPr>
        <a:xfrm>
          <a:off x="0" y="0"/>
          <a:ext cx="0" cy="0"/>
          <a:chOff x="0" y="0"/>
          <a:chExt cx="0" cy="0"/>
        </a:xfrm>
      </p:grpSpPr>
      <p:sp>
        <p:nvSpPr>
          <p:cNvPr id="118" name="Body Level One…"/>
          <p:cNvSpPr txBox="1">
            <a:spLocks noGrp="1"/>
          </p:cNvSpPr>
          <p:nvPr>
            <p:ph type="body" idx="1" hasCustomPrompt="1"/>
          </p:nvPr>
        </p:nvSpPr>
        <p:spPr>
          <a:xfrm>
            <a:off x="1219200" y="3251200"/>
            <a:ext cx="21945600" cy="6604000"/>
          </a:xfrm>
          <a:prstGeom prst="rect">
            <a:avLst/>
          </a:prstGeom>
        </p:spPr>
        <p:txBody>
          <a:bodyPr anchor="ctr"/>
          <a:lstStyle>
            <a:lvl1pPr marL="0" indent="0" algn="ctr" defTabSz="2438400">
              <a:lnSpc>
                <a:spcPct val="80000"/>
              </a:lnSpc>
              <a:spcBef>
                <a:spcPts val="0"/>
              </a:spcBef>
              <a:buSzTx/>
              <a:buNone/>
              <a:defRPr sz="12800">
                <a:latin typeface="Canela Regular"/>
                <a:ea typeface="Canela Regular"/>
                <a:cs typeface="Canela Regular"/>
                <a:sym typeface="Canela Regular"/>
              </a:defRPr>
            </a:lvl1pPr>
            <a:lvl2pPr marL="0" indent="457200" algn="ctr" defTabSz="2438400">
              <a:lnSpc>
                <a:spcPct val="80000"/>
              </a:lnSpc>
              <a:spcBef>
                <a:spcPts val="0"/>
              </a:spcBef>
              <a:buSzTx/>
              <a:buNone/>
              <a:defRPr sz="12800">
                <a:latin typeface="Canela Regular"/>
                <a:ea typeface="Canela Regular"/>
                <a:cs typeface="Canela Regular"/>
                <a:sym typeface="Canela Regular"/>
              </a:defRPr>
            </a:lvl2pPr>
            <a:lvl3pPr marL="0" indent="914400" algn="ctr" defTabSz="2438400">
              <a:lnSpc>
                <a:spcPct val="80000"/>
              </a:lnSpc>
              <a:spcBef>
                <a:spcPts val="0"/>
              </a:spcBef>
              <a:buSzTx/>
              <a:buNone/>
              <a:defRPr sz="12800">
                <a:latin typeface="Canela Regular"/>
                <a:ea typeface="Canela Regular"/>
                <a:cs typeface="Canela Regular"/>
                <a:sym typeface="Canela Regular"/>
              </a:defRPr>
            </a:lvl3pPr>
            <a:lvl4pPr marL="0" indent="1371600" algn="ctr" defTabSz="2438400">
              <a:lnSpc>
                <a:spcPct val="80000"/>
              </a:lnSpc>
              <a:spcBef>
                <a:spcPts val="0"/>
              </a:spcBef>
              <a:buSzTx/>
              <a:buNone/>
              <a:defRPr sz="12800">
                <a:latin typeface="Canela Regular"/>
                <a:ea typeface="Canela Regular"/>
                <a:cs typeface="Canela Regular"/>
                <a:sym typeface="Canela Regular"/>
              </a:defRPr>
            </a:lvl4pPr>
            <a:lvl5pPr marL="0" indent="1828800" algn="ctr" defTabSz="2438400">
              <a:lnSpc>
                <a:spcPct val="80000"/>
              </a:lnSpc>
              <a:spcBef>
                <a:spcPts val="0"/>
              </a:spcBef>
              <a:buSzTx/>
              <a:buNone/>
              <a:defRPr sz="12800">
                <a:latin typeface="Canela Regular"/>
                <a:ea typeface="Canela Regular"/>
                <a:cs typeface="Canela Regular"/>
                <a:sym typeface="Canela Regular"/>
              </a:defRPr>
            </a:lvl5pPr>
          </a:lstStyle>
          <a:p>
            <a:r>
              <a:t>내역서</a:t>
            </a:r>
          </a:p>
          <a:p>
            <a:pPr lvl="1"/>
            <a:endParaRPr/>
          </a:p>
          <a:p>
            <a:pPr lvl="2"/>
            <a:endParaRPr/>
          </a:p>
          <a:p>
            <a:pPr lvl="3"/>
            <a:endParaRPr/>
          </a:p>
          <a:p>
            <a:pPr lvl="4"/>
            <a:endParaRPr/>
          </a:p>
        </p:txBody>
      </p:sp>
      <p:sp>
        <p:nvSpPr>
          <p:cNvPr id="119"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10.xml><?xml version="1.0" encoding="utf-8"?>
<p:sldLayout xmlns:a="http://schemas.openxmlformats.org/drawingml/2006/main" xmlns:r="http://schemas.openxmlformats.org/officeDocument/2006/relationships" xmlns:p="http://schemas.openxmlformats.org/presentationml/2006/main" type="tx">
  <p:cSld name="중요한 사실">
    <p:spTree>
      <p:nvGrpSpPr>
        <p:cNvPr id="1" name=""/>
        <p:cNvGrpSpPr/>
        <p:nvPr/>
      </p:nvGrpSpPr>
      <p:grpSpPr>
        <a:xfrm>
          <a:off x="0" y="0"/>
          <a:ext cx="0" cy="0"/>
          <a:chOff x="0" y="0"/>
          <a:chExt cx="0" cy="0"/>
        </a:xfrm>
      </p:grpSpPr>
      <p:sp>
        <p:nvSpPr>
          <p:cNvPr id="126" name="사실 정보"/>
          <p:cNvSpPr txBox="1">
            <a:spLocks noGrp="1"/>
          </p:cNvSpPr>
          <p:nvPr>
            <p:ph type="body" sz="quarter" idx="21" hasCustomPrompt="1"/>
          </p:nvPr>
        </p:nvSpPr>
        <p:spPr>
          <a:xfrm>
            <a:off x="1219200" y="8462239"/>
            <a:ext cx="21945602" cy="832613"/>
          </a:xfrm>
          <a:prstGeom prst="rect">
            <a:avLst/>
          </a:prstGeom>
        </p:spPr>
        <p:txBody>
          <a:bodyPr/>
          <a:lstStyle>
            <a:lvl1pPr marL="0" indent="0" algn="ctr" defTabSz="792479">
              <a:lnSpc>
                <a:spcPct val="100000"/>
              </a:lnSpc>
              <a:spcBef>
                <a:spcPts val="0"/>
              </a:spcBef>
              <a:buSzTx/>
              <a:buNone/>
              <a:defRPr sz="4224" b="1" spc="-42">
                <a:latin typeface="AvenirNext-DemiBold"/>
                <a:ea typeface="AvenirNext-DemiBold"/>
                <a:cs typeface="AvenirNext-DemiBold"/>
                <a:sym typeface="AvenirNext-DemiBold"/>
              </a:defRPr>
            </a:lvl1pPr>
          </a:lstStyle>
          <a:p>
            <a:r>
              <a:t>사실 정보</a:t>
            </a:r>
          </a:p>
        </p:txBody>
      </p:sp>
      <p:sp>
        <p:nvSpPr>
          <p:cNvPr id="127" name="Body Level One…"/>
          <p:cNvSpPr txBox="1">
            <a:spLocks noGrp="1"/>
          </p:cNvSpPr>
          <p:nvPr>
            <p:ph type="body" sz="half" idx="1" hasCustomPrompt="1"/>
          </p:nvPr>
        </p:nvSpPr>
        <p:spPr>
          <a:xfrm>
            <a:off x="1219200" y="4214484"/>
            <a:ext cx="21945600" cy="4269708"/>
          </a:xfrm>
          <a:prstGeom prst="rect">
            <a:avLst/>
          </a:prstGeom>
        </p:spPr>
        <p:txBody>
          <a:bodyPr anchor="b"/>
          <a:lstStyle>
            <a:lvl1pPr marL="0" indent="0" algn="ctr" defTabSz="2438400">
              <a:lnSpc>
                <a:spcPct val="80000"/>
              </a:lnSpc>
              <a:spcBef>
                <a:spcPts val="0"/>
              </a:spcBef>
              <a:buSzTx/>
              <a:buNone/>
              <a:defRPr sz="22400">
                <a:latin typeface="Canela Bold"/>
                <a:ea typeface="Canela Bold"/>
                <a:cs typeface="Canela Bold"/>
                <a:sym typeface="Canela Bold"/>
              </a:defRPr>
            </a:lvl1pPr>
            <a:lvl2pPr marL="0" indent="457200" algn="ctr" defTabSz="2438400">
              <a:lnSpc>
                <a:spcPct val="80000"/>
              </a:lnSpc>
              <a:spcBef>
                <a:spcPts val="0"/>
              </a:spcBef>
              <a:buSzTx/>
              <a:buNone/>
              <a:defRPr sz="22400">
                <a:latin typeface="Canela Bold"/>
                <a:ea typeface="Canela Bold"/>
                <a:cs typeface="Canela Bold"/>
                <a:sym typeface="Canela Bold"/>
              </a:defRPr>
            </a:lvl2pPr>
            <a:lvl3pPr marL="0" indent="914400" algn="ctr" defTabSz="2438400">
              <a:lnSpc>
                <a:spcPct val="80000"/>
              </a:lnSpc>
              <a:spcBef>
                <a:spcPts val="0"/>
              </a:spcBef>
              <a:buSzTx/>
              <a:buNone/>
              <a:defRPr sz="22400">
                <a:latin typeface="Canela Bold"/>
                <a:ea typeface="Canela Bold"/>
                <a:cs typeface="Canela Bold"/>
                <a:sym typeface="Canela Bold"/>
              </a:defRPr>
            </a:lvl3pPr>
            <a:lvl4pPr marL="0" indent="1371600" algn="ctr" defTabSz="2438400">
              <a:lnSpc>
                <a:spcPct val="80000"/>
              </a:lnSpc>
              <a:spcBef>
                <a:spcPts val="0"/>
              </a:spcBef>
              <a:buSzTx/>
              <a:buNone/>
              <a:defRPr sz="22400">
                <a:latin typeface="Canela Bold"/>
                <a:ea typeface="Canela Bold"/>
                <a:cs typeface="Canela Bold"/>
                <a:sym typeface="Canela Bold"/>
              </a:defRPr>
            </a:lvl4pPr>
            <a:lvl5pPr marL="0" indent="1828800" algn="ctr" defTabSz="2438400">
              <a:lnSpc>
                <a:spcPct val="80000"/>
              </a:lnSpc>
              <a:spcBef>
                <a:spcPts val="0"/>
              </a:spcBef>
              <a:buSzTx/>
              <a:buNone/>
              <a:defRPr sz="22400">
                <a:latin typeface="Canela Bold"/>
                <a:ea typeface="Canela Bold"/>
                <a:cs typeface="Canela Bold"/>
                <a:sym typeface="Canela Bold"/>
              </a:defRPr>
            </a:lvl5pPr>
          </a:lstStyle>
          <a:p>
            <a:r>
              <a:t>100%</a:t>
            </a:r>
          </a:p>
          <a:p>
            <a:pPr lvl="1"/>
            <a:endParaRPr/>
          </a:p>
          <a:p>
            <a:pPr lvl="2"/>
            <a:endParaRPr/>
          </a:p>
          <a:p>
            <a:pPr lvl="3"/>
            <a:endParaRPr/>
          </a:p>
          <a:p>
            <a:pPr lvl="4"/>
            <a:endParaRPr/>
          </a:p>
        </p:txBody>
      </p:sp>
      <p:sp>
        <p:nvSpPr>
          <p:cNvPr id="128"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11.xml><?xml version="1.0" encoding="utf-8"?>
<p:sldLayout xmlns:a="http://schemas.openxmlformats.org/drawingml/2006/main" xmlns:r="http://schemas.openxmlformats.org/officeDocument/2006/relationships" xmlns:p="http://schemas.openxmlformats.org/presentationml/2006/main" type="tx">
  <p:cSld name="인용">
    <p:spTree>
      <p:nvGrpSpPr>
        <p:cNvPr id="1" name=""/>
        <p:cNvGrpSpPr/>
        <p:nvPr/>
      </p:nvGrpSpPr>
      <p:grpSpPr>
        <a:xfrm>
          <a:off x="0" y="0"/>
          <a:ext cx="0" cy="0"/>
          <a:chOff x="0" y="0"/>
          <a:chExt cx="0" cy="0"/>
        </a:xfrm>
      </p:grpSpPr>
      <p:sp>
        <p:nvSpPr>
          <p:cNvPr id="135" name="속성"/>
          <p:cNvSpPr txBox="1">
            <a:spLocks noGrp="1"/>
          </p:cNvSpPr>
          <p:nvPr>
            <p:ph type="body" sz="quarter" idx="21" hasCustomPrompt="1"/>
          </p:nvPr>
        </p:nvSpPr>
        <p:spPr>
          <a:xfrm>
            <a:off x="1219200" y="11100053"/>
            <a:ext cx="21945602" cy="832613"/>
          </a:xfrm>
          <a:prstGeom prst="rect">
            <a:avLst/>
          </a:prstGeom>
        </p:spPr>
        <p:txBody>
          <a:bodyPr anchor="ctr"/>
          <a:lstStyle>
            <a:lvl1pPr marL="0" indent="0" algn="ctr" defTabSz="825500">
              <a:lnSpc>
                <a:spcPct val="100000"/>
              </a:lnSpc>
              <a:spcBef>
                <a:spcPts val="0"/>
              </a:spcBef>
              <a:buSzTx/>
              <a:buNone/>
              <a:defRPr b="1" spc="-44">
                <a:latin typeface="AvenirNext-DemiBold"/>
                <a:ea typeface="AvenirNext-DemiBold"/>
                <a:cs typeface="AvenirNext-DemiBold"/>
                <a:sym typeface="AvenirNext-DemiBold"/>
              </a:defRPr>
            </a:lvl1pPr>
          </a:lstStyle>
          <a:p>
            <a:r>
              <a:t>속성</a:t>
            </a:r>
          </a:p>
        </p:txBody>
      </p:sp>
      <p:sp>
        <p:nvSpPr>
          <p:cNvPr id="136" name="Body Level One…"/>
          <p:cNvSpPr txBox="1">
            <a:spLocks noGrp="1"/>
          </p:cNvSpPr>
          <p:nvPr>
            <p:ph type="body" sz="half" idx="1" hasCustomPrompt="1"/>
          </p:nvPr>
        </p:nvSpPr>
        <p:spPr>
          <a:xfrm>
            <a:off x="1219200" y="4178300"/>
            <a:ext cx="21945600" cy="4416425"/>
          </a:xfrm>
          <a:prstGeom prst="rect">
            <a:avLst/>
          </a:prstGeom>
        </p:spPr>
        <p:txBody>
          <a:bodyPr anchor="ctr"/>
          <a:lstStyle>
            <a:lvl1pPr marL="0" indent="0" algn="ctr" defTabSz="2438400">
              <a:lnSpc>
                <a:spcPct val="80000"/>
              </a:lnSpc>
              <a:spcBef>
                <a:spcPts val="0"/>
              </a:spcBef>
              <a:buSzTx/>
              <a:buNone/>
              <a:defRPr sz="8400">
                <a:latin typeface="Canela Bold"/>
                <a:ea typeface="Canela Bold"/>
                <a:cs typeface="Canela Bold"/>
                <a:sym typeface="Canela Bold"/>
              </a:defRPr>
            </a:lvl1pPr>
            <a:lvl2pPr marL="0" indent="457200" algn="ctr" defTabSz="2438400">
              <a:lnSpc>
                <a:spcPct val="80000"/>
              </a:lnSpc>
              <a:spcBef>
                <a:spcPts val="0"/>
              </a:spcBef>
              <a:buSzTx/>
              <a:buNone/>
              <a:defRPr sz="8400">
                <a:latin typeface="Canela Bold"/>
                <a:ea typeface="Canela Bold"/>
                <a:cs typeface="Canela Bold"/>
                <a:sym typeface="Canela Bold"/>
              </a:defRPr>
            </a:lvl2pPr>
            <a:lvl3pPr marL="0" indent="914400" algn="ctr" defTabSz="2438400">
              <a:lnSpc>
                <a:spcPct val="80000"/>
              </a:lnSpc>
              <a:spcBef>
                <a:spcPts val="0"/>
              </a:spcBef>
              <a:buSzTx/>
              <a:buNone/>
              <a:defRPr sz="8400">
                <a:latin typeface="Canela Bold"/>
                <a:ea typeface="Canela Bold"/>
                <a:cs typeface="Canela Bold"/>
                <a:sym typeface="Canela Bold"/>
              </a:defRPr>
            </a:lvl3pPr>
            <a:lvl4pPr marL="0" indent="1371600" algn="ctr" defTabSz="2438400">
              <a:lnSpc>
                <a:spcPct val="80000"/>
              </a:lnSpc>
              <a:spcBef>
                <a:spcPts val="0"/>
              </a:spcBef>
              <a:buSzTx/>
              <a:buNone/>
              <a:defRPr sz="8400">
                <a:latin typeface="Canela Bold"/>
                <a:ea typeface="Canela Bold"/>
                <a:cs typeface="Canela Bold"/>
                <a:sym typeface="Canela Bold"/>
              </a:defRPr>
            </a:lvl4pPr>
            <a:lvl5pPr marL="0" indent="1828800" algn="ctr" defTabSz="2438400">
              <a:lnSpc>
                <a:spcPct val="80000"/>
              </a:lnSpc>
              <a:spcBef>
                <a:spcPts val="0"/>
              </a:spcBef>
              <a:buSzTx/>
              <a:buNone/>
              <a:defRPr sz="8400">
                <a:latin typeface="Canela Bold"/>
                <a:ea typeface="Canela Bold"/>
                <a:cs typeface="Canela Bold"/>
                <a:sym typeface="Canela Bold"/>
              </a:defRPr>
            </a:lvl5pPr>
          </a:lstStyle>
          <a:p>
            <a:r>
              <a:t>“멋진 인용구”</a:t>
            </a:r>
          </a:p>
          <a:p>
            <a:pPr lvl="1"/>
            <a:endParaRPr/>
          </a:p>
          <a:p>
            <a:pPr lvl="2"/>
            <a:endParaRPr/>
          </a:p>
          <a:p>
            <a:pPr lvl="3"/>
            <a:endParaRPr/>
          </a:p>
          <a:p>
            <a:pPr lvl="4"/>
            <a:endParaRPr/>
          </a:p>
        </p:txBody>
      </p:sp>
      <p:sp>
        <p:nvSpPr>
          <p:cNvPr id="137" name="Slide Number"/>
          <p:cNvSpPr txBox="1">
            <a:spLocks noGrp="1"/>
          </p:cNvSpPr>
          <p:nvPr>
            <p:ph type="sldNum" sz="quarter" idx="2"/>
          </p:nvPr>
        </p:nvSpPr>
        <p:spPr>
          <a:xfrm>
            <a:off x="11880849" y="12418060"/>
            <a:ext cx="629921" cy="711201"/>
          </a:xfrm>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12.xml><?xml version="1.0" encoding="utf-8"?>
<p:sldLayout xmlns:a="http://schemas.openxmlformats.org/drawingml/2006/main" xmlns:r="http://schemas.openxmlformats.org/officeDocument/2006/relationships" xmlns:p="http://schemas.openxmlformats.org/presentationml/2006/main" type="tx">
  <p:cSld name="사진 - 3장">
    <p:spTree>
      <p:nvGrpSpPr>
        <p:cNvPr id="1" name=""/>
        <p:cNvGrpSpPr/>
        <p:nvPr/>
      </p:nvGrpSpPr>
      <p:grpSpPr>
        <a:xfrm>
          <a:off x="0" y="0"/>
          <a:ext cx="0" cy="0"/>
          <a:chOff x="0" y="0"/>
          <a:chExt cx="0" cy="0"/>
        </a:xfrm>
      </p:grpSpPr>
      <p:sp>
        <p:nvSpPr>
          <p:cNvPr id="144" name="해 질 무렵의 하늘을 배경으로 둔 바다 2"/>
          <p:cNvSpPr>
            <a:spLocks noGrp="1"/>
          </p:cNvSpPr>
          <p:nvPr>
            <p:ph type="pic" sz="quarter" idx="21"/>
          </p:nvPr>
        </p:nvSpPr>
        <p:spPr>
          <a:xfrm>
            <a:off x="15744825" y="5581752"/>
            <a:ext cx="7365408" cy="8280401"/>
          </a:xfrm>
          <a:prstGeom prst="rect">
            <a:avLst/>
          </a:prstGeom>
        </p:spPr>
        <p:txBody>
          <a:bodyPr lIns="91439" tIns="45719" rIns="91439" bIns="45719">
            <a:noAutofit/>
          </a:bodyPr>
          <a:lstStyle/>
          <a:p>
            <a:endParaRPr/>
          </a:p>
        </p:txBody>
      </p:sp>
      <p:sp>
        <p:nvSpPr>
          <p:cNvPr id="145" name="해 질 무렵의 하늘을 배경으로 둔 바다 1"/>
          <p:cNvSpPr>
            <a:spLocks noGrp="1"/>
          </p:cNvSpPr>
          <p:nvPr>
            <p:ph type="pic" sz="quarter" idx="22"/>
          </p:nvPr>
        </p:nvSpPr>
        <p:spPr>
          <a:xfrm>
            <a:off x="15363825" y="1270000"/>
            <a:ext cx="8115300" cy="5409006"/>
          </a:xfrm>
          <a:prstGeom prst="rect">
            <a:avLst/>
          </a:prstGeom>
        </p:spPr>
        <p:txBody>
          <a:bodyPr lIns="91439" tIns="45719" rIns="91439" bIns="45719">
            <a:noAutofit/>
          </a:bodyPr>
          <a:lstStyle/>
          <a:p>
            <a:endParaRPr/>
          </a:p>
        </p:txBody>
      </p:sp>
      <p:sp>
        <p:nvSpPr>
          <p:cNvPr id="146" name="해 질 무렵의 해변과 바다"/>
          <p:cNvSpPr>
            <a:spLocks noGrp="1"/>
          </p:cNvSpPr>
          <p:nvPr>
            <p:ph type="pic" idx="23"/>
          </p:nvPr>
        </p:nvSpPr>
        <p:spPr>
          <a:xfrm>
            <a:off x="-63500" y="1270000"/>
            <a:ext cx="16764000" cy="11176000"/>
          </a:xfrm>
          <a:prstGeom prst="rect">
            <a:avLst/>
          </a:prstGeom>
        </p:spPr>
        <p:txBody>
          <a:bodyPr lIns="91439" tIns="45719" rIns="91439" bIns="45719">
            <a:noAutofit/>
          </a:bodyPr>
          <a:lstStyle/>
          <a:p>
            <a:endParaRPr/>
          </a:p>
        </p:txBody>
      </p:sp>
      <p:sp>
        <p:nvSpPr>
          <p:cNvPr id="147" name="Slide Number"/>
          <p:cNvSpPr txBox="1">
            <a:spLocks noGrp="1"/>
          </p:cNvSpPr>
          <p:nvPr>
            <p:ph type="sldNum" sz="quarter" idx="2"/>
          </p:nvPr>
        </p:nvSpPr>
        <p:spPr>
          <a:xfrm>
            <a:off x="11880849" y="12418060"/>
            <a:ext cx="629921" cy="711201"/>
          </a:xfrm>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13.xml><?xml version="1.0" encoding="utf-8"?>
<p:sldLayout xmlns:a="http://schemas.openxmlformats.org/drawingml/2006/main" xmlns:r="http://schemas.openxmlformats.org/officeDocument/2006/relationships" xmlns:p="http://schemas.openxmlformats.org/presentationml/2006/main" type="tx">
  <p:cSld name="사진">
    <p:spTree>
      <p:nvGrpSpPr>
        <p:cNvPr id="1" name=""/>
        <p:cNvGrpSpPr/>
        <p:nvPr/>
      </p:nvGrpSpPr>
      <p:grpSpPr>
        <a:xfrm>
          <a:off x="0" y="0"/>
          <a:ext cx="0" cy="0"/>
          <a:chOff x="0" y="0"/>
          <a:chExt cx="0" cy="0"/>
        </a:xfrm>
      </p:grpSpPr>
      <p:sp>
        <p:nvSpPr>
          <p:cNvPr id="154" name="해 질 무렵의 해변과 바다"/>
          <p:cNvSpPr>
            <a:spLocks noGrp="1"/>
          </p:cNvSpPr>
          <p:nvPr>
            <p:ph type="pic" idx="21"/>
          </p:nvPr>
        </p:nvSpPr>
        <p:spPr>
          <a:xfrm>
            <a:off x="1270000" y="-423334"/>
            <a:ext cx="21844000" cy="14562668"/>
          </a:xfrm>
          <a:prstGeom prst="rect">
            <a:avLst/>
          </a:prstGeom>
        </p:spPr>
        <p:txBody>
          <a:bodyPr lIns="91439" tIns="45719" rIns="91439" bIns="45719">
            <a:noAutofit/>
          </a:bodyPr>
          <a:lstStyle/>
          <a:p>
            <a:endParaRPr/>
          </a:p>
        </p:txBody>
      </p:sp>
      <p:sp>
        <p:nvSpPr>
          <p:cNvPr id="155" name="Slide Number"/>
          <p:cNvSpPr txBox="1">
            <a:spLocks noGrp="1"/>
          </p:cNvSpPr>
          <p:nvPr>
            <p:ph type="sldNum" sz="quarter" idx="2"/>
          </p:nvPr>
        </p:nvSpPr>
        <p:spPr>
          <a:xfrm>
            <a:off x="11880849" y="12418060"/>
            <a:ext cx="629921" cy="711201"/>
          </a:xfrm>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1_빈 페이지">
    <p:spTree>
      <p:nvGrpSpPr>
        <p:cNvPr id="1" name=""/>
        <p:cNvGrpSpPr/>
        <p:nvPr/>
      </p:nvGrpSpPr>
      <p:grpSpPr>
        <a:xfrm>
          <a:off x="0" y="0"/>
          <a:ext cx="0" cy="0"/>
          <a:chOff x="0" y="0"/>
          <a:chExt cx="0" cy="0"/>
        </a:xfrm>
      </p:grpSpPr>
      <p:sp>
        <p:nvSpPr>
          <p:cNvPr id="162" name="Rectangle"/>
          <p:cNvSpPr/>
          <p:nvPr/>
        </p:nvSpPr>
        <p:spPr>
          <a:xfrm>
            <a:off x="-5438" y="564834"/>
            <a:ext cx="385436" cy="1702397"/>
          </a:xfrm>
          <a:prstGeom prst="rect">
            <a:avLst/>
          </a:prstGeom>
          <a:gradFill>
            <a:gsLst>
              <a:gs pos="0">
                <a:srgbClr val="5191C8"/>
              </a:gs>
              <a:gs pos="928">
                <a:srgbClr val="6CC1EE"/>
              </a:gs>
              <a:gs pos="100000">
                <a:srgbClr val="26448A"/>
              </a:gs>
            </a:gsLst>
            <a:lin ang="5665584"/>
          </a:gradFill>
          <a:ln w="12700">
            <a:miter lim="400000"/>
          </a:ln>
        </p:spPr>
        <p:txBody>
          <a:bodyPr lIns="50800" tIns="50800" rIns="50800" bIns="50800" anchor="ctr"/>
          <a:lstStyle/>
          <a:p>
            <a:pPr algn="ctr" defTabSz="1130300">
              <a:lnSpc>
                <a:spcPct val="100000"/>
              </a:lnSpc>
              <a:spcBef>
                <a:spcPts val="0"/>
              </a:spcBef>
              <a:defRPr sz="3200">
                <a:solidFill>
                  <a:srgbClr val="63B2E2"/>
                </a:solidFill>
                <a:latin typeface="+mn-lt"/>
                <a:ea typeface="+mn-ea"/>
                <a:cs typeface="+mn-cs"/>
                <a:sym typeface="Avenir Next Regular"/>
              </a:defRPr>
            </a:pPr>
            <a:endParaRPr/>
          </a:p>
        </p:txBody>
      </p:sp>
      <p:sp>
        <p:nvSpPr>
          <p:cNvPr id="163" name="Line"/>
          <p:cNvSpPr/>
          <p:nvPr/>
        </p:nvSpPr>
        <p:spPr>
          <a:xfrm>
            <a:off x="672574" y="12767429"/>
            <a:ext cx="23038852" cy="1"/>
          </a:xfrm>
          <a:prstGeom prst="line">
            <a:avLst/>
          </a:prstGeom>
          <a:ln w="25400">
            <a:solidFill>
              <a:srgbClr val="000000">
                <a:alpha val="65278"/>
              </a:srgbClr>
            </a:solidFill>
            <a:miter lim="400000"/>
          </a:ln>
          <a:effectLst>
            <a:outerShdw blurRad="50800" dist="63500" dir="2700000" rotWithShape="0">
              <a:srgbClr val="000000">
                <a:alpha val="24218"/>
              </a:srgbClr>
            </a:outerShdw>
          </a:effectLst>
        </p:spPr>
        <p:txBody>
          <a:bodyPr lIns="50800" tIns="50800" rIns="50800" bIns="50800" anchor="ctr"/>
          <a:lstStyle/>
          <a:p>
            <a:endParaRPr/>
          </a:p>
        </p:txBody>
      </p:sp>
      <p:pic>
        <p:nvPicPr>
          <p:cNvPr id="164" name="ui_kor_eng.svg" descr="ui_kor_eng.svg"/>
          <p:cNvPicPr>
            <a:picLocks noChangeAspect="1"/>
          </p:cNvPicPr>
          <p:nvPr/>
        </p:nvPicPr>
        <p:blipFill>
          <a:blip r:embed="rId2"/>
          <a:srcRect l="20326" t="44369" r="49479" b="48396"/>
          <a:stretch>
            <a:fillRect/>
          </a:stretch>
        </p:blipFill>
        <p:spPr>
          <a:xfrm>
            <a:off x="540495" y="12877676"/>
            <a:ext cx="2097531" cy="685263"/>
          </a:xfrm>
          <a:prstGeom prst="rect">
            <a:avLst/>
          </a:prstGeom>
          <a:ln w="12700">
            <a:miter lim="400000"/>
          </a:ln>
        </p:spPr>
      </p:pic>
      <p:sp>
        <p:nvSpPr>
          <p:cNvPr id="165" name="Slide Number"/>
          <p:cNvSpPr txBox="1">
            <a:spLocks noGrp="1"/>
          </p:cNvSpPr>
          <p:nvPr>
            <p:ph type="sldNum" sz="quarter" idx="2"/>
          </p:nvPr>
        </p:nvSpPr>
        <p:spPr>
          <a:xfrm>
            <a:off x="11880849" y="12418060"/>
            <a:ext cx="629921" cy="711201"/>
          </a:xfrm>
          <a:prstGeom prst="rect">
            <a:avLst/>
          </a:prstGeom>
        </p:spPr>
        <p:txBody>
          <a:bodyPr/>
          <a:lstStyle/>
          <a:p>
            <a:fld id="{86CB4B4D-7CA3-9044-876B-883B54F8677D}" type="slidenum">
              <a:t>‹#›</a:t>
            </a:fld>
            <a:endParaRPr/>
          </a:p>
        </p:txBody>
      </p:sp>
      <p:sp>
        <p:nvSpPr>
          <p:cNvPr id="2" name="Body Level One…">
            <a:extLst>
              <a:ext uri="{FF2B5EF4-FFF2-40B4-BE49-F238E27FC236}">
                <a16:creationId xmlns:a16="http://schemas.microsoft.com/office/drawing/2014/main" id="{A8802055-71B5-DD4C-5F5C-42B4155A4E7D}"/>
              </a:ext>
            </a:extLst>
          </p:cNvPr>
          <p:cNvSpPr txBox="1">
            <a:spLocks noGrp="1"/>
          </p:cNvSpPr>
          <p:nvPr>
            <p:ph idx="1" hasCustomPrompt="1"/>
          </p:nvPr>
        </p:nvSpPr>
        <p:spPr>
          <a:xfrm>
            <a:off x="1219200" y="4013200"/>
            <a:ext cx="21948577" cy="84836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50800" tIns="50800" rIns="50800" bIns="50800">
            <a:normAutofit/>
          </a:bodyPr>
          <a:lstStyle>
            <a:lvl1pPr marL="571500" indent="-571500">
              <a:buFont typeface="Wingdings" panose="05000000000000000000" pitchFamily="2" charset="2"/>
              <a:buChar char="§"/>
              <a:defRPr/>
            </a:lvl1pPr>
            <a:lvl2pPr marL="1440000" indent="-546100">
              <a:spcBef>
                <a:spcPts val="2400"/>
              </a:spcBef>
              <a:buFont typeface="Arial" panose="020B0604020202020204" pitchFamily="34" charset="0"/>
              <a:buChar char="•"/>
              <a:defRPr sz="4000"/>
            </a:lvl2pPr>
            <a:lvl3pPr marL="2160000" indent="-546100">
              <a:buSzPct val="130000"/>
              <a:buFont typeface="Wingdings" panose="05000000000000000000" pitchFamily="2" charset="2"/>
              <a:buChar char="Ø"/>
              <a:defRPr sz="3600"/>
            </a:lvl3pPr>
          </a:lstStyle>
          <a:p>
            <a:r>
              <a:rPr dirty="0" err="1"/>
              <a:t>슬라이드</a:t>
            </a:r>
            <a:r>
              <a:rPr dirty="0"/>
              <a:t> </a:t>
            </a:r>
            <a:r>
              <a:rPr dirty="0" err="1"/>
              <a:t>구분점</a:t>
            </a:r>
            <a:r>
              <a:rPr dirty="0"/>
              <a:t> </a:t>
            </a:r>
            <a:r>
              <a:rPr dirty="0" err="1"/>
              <a:t>텍스트</a:t>
            </a:r>
            <a:endParaRPr lang="en-US" dirty="0"/>
          </a:p>
          <a:p>
            <a:pPr lvl="1"/>
            <a:r>
              <a:rPr lang="en-US" dirty="0"/>
              <a:t>TEXT</a:t>
            </a:r>
          </a:p>
          <a:p>
            <a:pPr lvl="2"/>
            <a:r>
              <a:rPr lang="en-US" dirty="0"/>
              <a:t>TEXT</a:t>
            </a:r>
          </a:p>
          <a:p>
            <a:pPr lvl="1"/>
            <a:endParaRPr lang="en-US" dirty="0"/>
          </a:p>
          <a:p>
            <a:pPr lvl="2"/>
            <a:endParaRPr dirty="0"/>
          </a:p>
          <a:p>
            <a:pPr lvl="1"/>
            <a:endParaRPr dirty="0"/>
          </a:p>
          <a:p>
            <a:pPr lvl="2"/>
            <a:endParaRPr dirty="0"/>
          </a:p>
          <a:p>
            <a:pPr lvl="3"/>
            <a:endParaRPr dirty="0"/>
          </a:p>
          <a:p>
            <a:pPr lvl="4"/>
            <a:endParaRPr dirty="0"/>
          </a:p>
        </p:txBody>
      </p:sp>
    </p:spTree>
    <p:extLst>
      <p:ext uri="{BB962C8B-B14F-4D97-AF65-F5344CB8AC3E}">
        <p14:creationId xmlns:p14="http://schemas.microsoft.com/office/powerpoint/2010/main" val="1877571541"/>
      </p:ext>
    </p:extLst>
  </p:cSld>
  <p:clrMapOvr>
    <a:masterClrMapping/>
  </p:clrMapOvr>
  <p:transition spd="med"/>
</p:sldLayout>
</file>

<file path=ppt/slideLayouts/slideLayout15.xml><?xml version="1.0" encoding="utf-8"?>
<p:sldLayout xmlns:a="http://schemas.openxmlformats.org/drawingml/2006/main" xmlns:r="http://schemas.openxmlformats.org/officeDocument/2006/relationships" xmlns:p="http://schemas.openxmlformats.org/presentationml/2006/main" type="tx">
  <p:cSld name="빈 페이지">
    <p:spTree>
      <p:nvGrpSpPr>
        <p:cNvPr id="1" name=""/>
        <p:cNvGrpSpPr/>
        <p:nvPr/>
      </p:nvGrpSpPr>
      <p:grpSpPr>
        <a:xfrm>
          <a:off x="0" y="0"/>
          <a:ext cx="0" cy="0"/>
          <a:chOff x="0" y="0"/>
          <a:chExt cx="0" cy="0"/>
        </a:xfrm>
      </p:grpSpPr>
      <p:sp>
        <p:nvSpPr>
          <p:cNvPr id="162" name="Rectangle"/>
          <p:cNvSpPr/>
          <p:nvPr/>
        </p:nvSpPr>
        <p:spPr>
          <a:xfrm>
            <a:off x="-5438" y="564834"/>
            <a:ext cx="385436" cy="1702397"/>
          </a:xfrm>
          <a:prstGeom prst="rect">
            <a:avLst/>
          </a:prstGeom>
          <a:gradFill>
            <a:gsLst>
              <a:gs pos="0">
                <a:srgbClr val="5191C8"/>
              </a:gs>
              <a:gs pos="928">
                <a:srgbClr val="6CC1EE"/>
              </a:gs>
              <a:gs pos="100000">
                <a:srgbClr val="26448A"/>
              </a:gs>
            </a:gsLst>
            <a:lin ang="5665584"/>
          </a:gradFill>
          <a:ln w="12700">
            <a:miter lim="400000"/>
          </a:ln>
        </p:spPr>
        <p:txBody>
          <a:bodyPr lIns="50800" tIns="50800" rIns="50800" bIns="50800" anchor="ctr"/>
          <a:lstStyle/>
          <a:p>
            <a:pPr algn="ctr" defTabSz="1130300">
              <a:lnSpc>
                <a:spcPct val="100000"/>
              </a:lnSpc>
              <a:spcBef>
                <a:spcPts val="0"/>
              </a:spcBef>
              <a:defRPr sz="3200">
                <a:solidFill>
                  <a:srgbClr val="63B2E2"/>
                </a:solidFill>
                <a:latin typeface="+mn-lt"/>
                <a:ea typeface="+mn-ea"/>
                <a:cs typeface="+mn-cs"/>
                <a:sym typeface="Avenir Next Regular"/>
              </a:defRPr>
            </a:pPr>
            <a:endParaRPr/>
          </a:p>
        </p:txBody>
      </p:sp>
      <p:sp>
        <p:nvSpPr>
          <p:cNvPr id="163" name="Line"/>
          <p:cNvSpPr/>
          <p:nvPr/>
        </p:nvSpPr>
        <p:spPr>
          <a:xfrm>
            <a:off x="672574" y="12767429"/>
            <a:ext cx="23038852" cy="1"/>
          </a:xfrm>
          <a:prstGeom prst="line">
            <a:avLst/>
          </a:prstGeom>
          <a:ln w="25400">
            <a:solidFill>
              <a:srgbClr val="000000">
                <a:alpha val="65278"/>
              </a:srgbClr>
            </a:solidFill>
            <a:miter lim="400000"/>
          </a:ln>
          <a:effectLst>
            <a:outerShdw blurRad="50800" dist="63500" dir="2700000" rotWithShape="0">
              <a:srgbClr val="000000">
                <a:alpha val="24218"/>
              </a:srgbClr>
            </a:outerShdw>
          </a:effectLst>
        </p:spPr>
        <p:txBody>
          <a:bodyPr lIns="50800" tIns="50800" rIns="50800" bIns="50800" anchor="ctr"/>
          <a:lstStyle/>
          <a:p>
            <a:endParaRPr/>
          </a:p>
        </p:txBody>
      </p:sp>
      <p:pic>
        <p:nvPicPr>
          <p:cNvPr id="164" name="ui_kor_eng.svg" descr="ui_kor_eng.svg"/>
          <p:cNvPicPr>
            <a:picLocks noChangeAspect="1"/>
          </p:cNvPicPr>
          <p:nvPr/>
        </p:nvPicPr>
        <p:blipFill>
          <a:blip r:embed="rId2"/>
          <a:srcRect l="20326" t="44369" r="49479" b="48396"/>
          <a:stretch>
            <a:fillRect/>
          </a:stretch>
        </p:blipFill>
        <p:spPr>
          <a:xfrm>
            <a:off x="540495" y="12877676"/>
            <a:ext cx="2097531" cy="685263"/>
          </a:xfrm>
          <a:prstGeom prst="rect">
            <a:avLst/>
          </a:prstGeom>
          <a:ln w="12700">
            <a:miter lim="400000"/>
          </a:ln>
        </p:spPr>
      </p:pic>
      <p:sp>
        <p:nvSpPr>
          <p:cNvPr id="165" name="Slide Number"/>
          <p:cNvSpPr txBox="1">
            <a:spLocks noGrp="1"/>
          </p:cNvSpPr>
          <p:nvPr>
            <p:ph type="sldNum" sz="quarter" idx="2"/>
          </p:nvPr>
        </p:nvSpPr>
        <p:spPr>
          <a:xfrm>
            <a:off x="22623728" y="12947676"/>
            <a:ext cx="1061188" cy="641201"/>
          </a:xfrm>
          <a:prstGeom prst="rect">
            <a:avLst/>
          </a:prstGeom>
        </p:spPr>
        <p:txBody>
          <a:bodyPr wrap="none"/>
          <a:lstStyle/>
          <a:p>
            <a:fld id="{86CB4B4D-7CA3-9044-876B-883B54F8677D}" type="slidenum">
              <a:rPr smtClean="0"/>
              <a:t>‹#›</a:t>
            </a:fld>
            <a:r>
              <a:rPr lang="en-US" dirty="0"/>
              <a:t>/9</a:t>
            </a:r>
            <a:endParaRPr lang="en-US" altLang="ko-KR" dirty="0"/>
          </a:p>
        </p:txBody>
      </p:sp>
    </p:spTree>
    <p:extLst>
      <p:ext uri="{BB962C8B-B14F-4D97-AF65-F5344CB8AC3E}">
        <p14:creationId xmlns:p14="http://schemas.microsoft.com/office/powerpoint/2010/main" val="314698487"/>
      </p:ext>
    </p:extLst>
  </p:cSld>
  <p:clrMapOvr>
    <a:masterClrMapping/>
  </p:clrMapOvr>
  <p:transition spd="med"/>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슬라이드 제목"/>
          <p:cNvSpPr txBox="1">
            <a:spLocks noGrp="1"/>
          </p:cNvSpPr>
          <p:nvPr>
            <p:ph type="title" hasCustomPrompt="1"/>
          </p:nvPr>
        </p:nvSpPr>
        <p:spPr>
          <a:xfrm>
            <a:off x="1219200" y="774700"/>
            <a:ext cx="21945600" cy="17272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50800" tIns="50800" rIns="50800" bIns="50800">
            <a:normAutofit/>
          </a:bodyPr>
          <a:lstStyle/>
          <a:p>
            <a:r>
              <a:t>슬라이드 제목</a:t>
            </a:r>
          </a:p>
        </p:txBody>
      </p:sp>
      <p:sp>
        <p:nvSpPr>
          <p:cNvPr id="3" name="Body Level One…"/>
          <p:cNvSpPr txBox="1">
            <a:spLocks noGrp="1"/>
          </p:cNvSpPr>
          <p:nvPr>
            <p:ph type="body" idx="1" hasCustomPrompt="1"/>
          </p:nvPr>
        </p:nvSpPr>
        <p:spPr>
          <a:xfrm>
            <a:off x="1219200" y="4013200"/>
            <a:ext cx="21948577" cy="84836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50800" tIns="50800" rIns="50800" bIns="50800">
            <a:normAutofit/>
          </a:bodyPr>
          <a:lstStyle/>
          <a:p>
            <a:r>
              <a:rPr dirty="0" err="1"/>
              <a:t>슬라이드</a:t>
            </a:r>
            <a:r>
              <a:rPr dirty="0"/>
              <a:t> </a:t>
            </a:r>
            <a:r>
              <a:rPr dirty="0" err="1"/>
              <a:t>구분점</a:t>
            </a:r>
            <a:r>
              <a:rPr dirty="0"/>
              <a:t> </a:t>
            </a:r>
            <a:r>
              <a:rPr dirty="0" err="1"/>
              <a:t>텍스트</a:t>
            </a:r>
            <a:endParaRPr dirty="0"/>
          </a:p>
          <a:p>
            <a:pPr lvl="1"/>
            <a:endParaRPr dirty="0"/>
          </a:p>
          <a:p>
            <a:pPr lvl="2"/>
            <a:endParaRPr dirty="0"/>
          </a:p>
          <a:p>
            <a:pPr lvl="3"/>
            <a:endParaRPr dirty="0"/>
          </a:p>
          <a:p>
            <a:pPr lvl="4"/>
            <a:endParaRPr dirty="0"/>
          </a:p>
        </p:txBody>
      </p:sp>
      <p:sp>
        <p:nvSpPr>
          <p:cNvPr id="4" name="Slide Number"/>
          <p:cNvSpPr txBox="1">
            <a:spLocks noGrp="1"/>
          </p:cNvSpPr>
          <p:nvPr>
            <p:ph type="sldNum" sz="quarter" idx="2"/>
          </p:nvPr>
        </p:nvSpPr>
        <p:spPr>
          <a:xfrm>
            <a:off x="11877040" y="12418060"/>
            <a:ext cx="629921" cy="711201"/>
          </a:xfrm>
          <a:prstGeom prst="rect">
            <a:avLst/>
          </a:prstGeom>
          <a:ln w="12700">
            <a:miter lim="400000"/>
          </a:ln>
        </p:spPr>
        <p:txBody>
          <a:bodyPr wrap="none" lIns="50800" tIns="50800" rIns="50800" bIns="50800" anchor="b">
            <a:spAutoFit/>
          </a:bodyPr>
          <a:lstStyle>
            <a:lvl1pPr algn="ctr" defTabSz="584200">
              <a:lnSpc>
                <a:spcPct val="100000"/>
              </a:lnSpc>
              <a:spcBef>
                <a:spcPts val="0"/>
              </a:spcBef>
              <a:defRPr sz="3500">
                <a:solidFill>
                  <a:srgbClr val="5E5E5E"/>
                </a:solidFill>
                <a:latin typeface="+mn-lt"/>
                <a:ea typeface="+mn-ea"/>
                <a:cs typeface="+mn-cs"/>
                <a:sym typeface="Avenir Next Regular"/>
              </a:defRPr>
            </a:lvl1pPr>
          </a:lstStyle>
          <a:p>
            <a:fld id="{86CB4B4D-7CA3-9044-876B-883B54F8677D}" type="slidenum">
              <a:t>‹#›</a:t>
            </a:fld>
            <a:endParaRPr/>
          </a:p>
        </p:txBody>
      </p:sp>
    </p:spTree>
  </p:cSld>
  <p:clrMap bg1="lt1" tx1="dk1" bg2="lt2" tx2="dk2" accent1="accent1" accent2="accent2" accent3="accent3" accent4="accent4" accent5="accent5" accent6="accent6" hlink="hlink" folHlink="folHlink"/>
  <p:sldLayoutIdLst>
    <p:sldLayoutId id="2147483649" r:id="rId1"/>
    <p:sldLayoutId id="2147483652" r:id="rId2"/>
    <p:sldLayoutId id="2147483654" r:id="rId3"/>
    <p:sldLayoutId id="2147483655" r:id="rId4"/>
    <p:sldLayoutId id="2147483656" r:id="rId5"/>
    <p:sldLayoutId id="2147483657" r:id="rId6"/>
    <p:sldLayoutId id="2147483658" r:id="rId7"/>
    <p:sldLayoutId id="2147483659" r:id="rId8"/>
    <p:sldLayoutId id="2147483660" r:id="rId9"/>
    <p:sldLayoutId id="2147483661" r:id="rId10"/>
    <p:sldLayoutId id="2147483662" r:id="rId11"/>
    <p:sldLayoutId id="2147483663" r:id="rId12"/>
    <p:sldLayoutId id="2147483664" r:id="rId13"/>
    <p:sldLayoutId id="2147483666" r:id="rId14"/>
    <p:sldLayoutId id="2147483667" r:id="rId15"/>
  </p:sldLayoutIdLst>
  <p:transition spd="med"/>
  <p:hf hdr="0" ftr="0" dt="0"/>
  <p:txStyles>
    <p:titleStyle>
      <a:lvl1pPr marL="0" marR="0" indent="0" algn="l" defTabSz="2438400" rtl="0" latinLnBrk="0">
        <a:lnSpc>
          <a:spcPct val="80000"/>
        </a:lnSpc>
        <a:spcBef>
          <a:spcPts val="0"/>
        </a:spcBef>
        <a:spcAft>
          <a:spcPts val="0"/>
        </a:spcAft>
        <a:buClrTx/>
        <a:buSzTx/>
        <a:buFontTx/>
        <a:buNone/>
        <a:tabLst/>
        <a:defRPr sz="7000" b="0" i="0" u="none" strike="noStrike" cap="none" spc="-70" baseline="0">
          <a:solidFill>
            <a:srgbClr val="000000"/>
          </a:solidFill>
          <a:uFillTx/>
          <a:latin typeface="Avenir Next Medium"/>
          <a:ea typeface="Avenir Next Medium"/>
          <a:cs typeface="Avenir Next Medium"/>
          <a:sym typeface="Avenir Next Medium"/>
        </a:defRPr>
      </a:lvl1pPr>
      <a:lvl2pPr marL="0" marR="0" indent="457200" algn="l" defTabSz="2438400" rtl="0" latinLnBrk="0">
        <a:lnSpc>
          <a:spcPct val="80000"/>
        </a:lnSpc>
        <a:spcBef>
          <a:spcPts val="0"/>
        </a:spcBef>
        <a:spcAft>
          <a:spcPts val="0"/>
        </a:spcAft>
        <a:buClrTx/>
        <a:buSzTx/>
        <a:buFontTx/>
        <a:buNone/>
        <a:tabLst/>
        <a:defRPr sz="7000" b="0" i="0" u="none" strike="noStrike" cap="none" spc="-70" baseline="0">
          <a:solidFill>
            <a:srgbClr val="000000"/>
          </a:solidFill>
          <a:uFillTx/>
          <a:latin typeface="Avenir Next Medium"/>
          <a:ea typeface="Avenir Next Medium"/>
          <a:cs typeface="Avenir Next Medium"/>
          <a:sym typeface="Avenir Next Medium"/>
        </a:defRPr>
      </a:lvl2pPr>
      <a:lvl3pPr marL="0" marR="0" indent="914400" algn="l" defTabSz="2438400" rtl="0" latinLnBrk="0">
        <a:lnSpc>
          <a:spcPct val="80000"/>
        </a:lnSpc>
        <a:spcBef>
          <a:spcPts val="0"/>
        </a:spcBef>
        <a:spcAft>
          <a:spcPts val="0"/>
        </a:spcAft>
        <a:buClrTx/>
        <a:buSzTx/>
        <a:buFontTx/>
        <a:buNone/>
        <a:tabLst/>
        <a:defRPr sz="7000" b="0" i="0" u="none" strike="noStrike" cap="none" spc="-70" baseline="0">
          <a:solidFill>
            <a:srgbClr val="000000"/>
          </a:solidFill>
          <a:uFillTx/>
          <a:latin typeface="Avenir Next Medium"/>
          <a:ea typeface="Avenir Next Medium"/>
          <a:cs typeface="Avenir Next Medium"/>
          <a:sym typeface="Avenir Next Medium"/>
        </a:defRPr>
      </a:lvl3pPr>
      <a:lvl4pPr marL="0" marR="0" indent="1371600" algn="l" defTabSz="2438400" rtl="0" latinLnBrk="0">
        <a:lnSpc>
          <a:spcPct val="80000"/>
        </a:lnSpc>
        <a:spcBef>
          <a:spcPts val="0"/>
        </a:spcBef>
        <a:spcAft>
          <a:spcPts val="0"/>
        </a:spcAft>
        <a:buClrTx/>
        <a:buSzTx/>
        <a:buFontTx/>
        <a:buNone/>
        <a:tabLst/>
        <a:defRPr sz="7000" b="0" i="0" u="none" strike="noStrike" cap="none" spc="-70" baseline="0">
          <a:solidFill>
            <a:srgbClr val="000000"/>
          </a:solidFill>
          <a:uFillTx/>
          <a:latin typeface="Avenir Next Medium"/>
          <a:ea typeface="Avenir Next Medium"/>
          <a:cs typeface="Avenir Next Medium"/>
          <a:sym typeface="Avenir Next Medium"/>
        </a:defRPr>
      </a:lvl4pPr>
      <a:lvl5pPr marL="0" marR="0" indent="1828800" algn="l" defTabSz="2438400" rtl="0" latinLnBrk="0">
        <a:lnSpc>
          <a:spcPct val="80000"/>
        </a:lnSpc>
        <a:spcBef>
          <a:spcPts val="0"/>
        </a:spcBef>
        <a:spcAft>
          <a:spcPts val="0"/>
        </a:spcAft>
        <a:buClrTx/>
        <a:buSzTx/>
        <a:buFontTx/>
        <a:buNone/>
        <a:tabLst/>
        <a:defRPr sz="7000" b="0" i="0" u="none" strike="noStrike" cap="none" spc="-70" baseline="0">
          <a:solidFill>
            <a:srgbClr val="000000"/>
          </a:solidFill>
          <a:uFillTx/>
          <a:latin typeface="Avenir Next Medium"/>
          <a:ea typeface="Avenir Next Medium"/>
          <a:cs typeface="Avenir Next Medium"/>
          <a:sym typeface="Avenir Next Medium"/>
        </a:defRPr>
      </a:lvl5pPr>
      <a:lvl6pPr marL="0" marR="0" indent="2286000" algn="l" defTabSz="2438400" rtl="0" latinLnBrk="0">
        <a:lnSpc>
          <a:spcPct val="80000"/>
        </a:lnSpc>
        <a:spcBef>
          <a:spcPts val="0"/>
        </a:spcBef>
        <a:spcAft>
          <a:spcPts val="0"/>
        </a:spcAft>
        <a:buClrTx/>
        <a:buSzTx/>
        <a:buFontTx/>
        <a:buNone/>
        <a:tabLst/>
        <a:defRPr sz="7000" b="0" i="0" u="none" strike="noStrike" cap="none" spc="-70" baseline="0">
          <a:solidFill>
            <a:srgbClr val="000000"/>
          </a:solidFill>
          <a:uFillTx/>
          <a:latin typeface="Avenir Next Medium"/>
          <a:ea typeface="Avenir Next Medium"/>
          <a:cs typeface="Avenir Next Medium"/>
          <a:sym typeface="Avenir Next Medium"/>
        </a:defRPr>
      </a:lvl6pPr>
      <a:lvl7pPr marL="0" marR="0" indent="2743200" algn="l" defTabSz="2438400" rtl="0" latinLnBrk="0">
        <a:lnSpc>
          <a:spcPct val="80000"/>
        </a:lnSpc>
        <a:spcBef>
          <a:spcPts val="0"/>
        </a:spcBef>
        <a:spcAft>
          <a:spcPts val="0"/>
        </a:spcAft>
        <a:buClrTx/>
        <a:buSzTx/>
        <a:buFontTx/>
        <a:buNone/>
        <a:tabLst/>
        <a:defRPr sz="7000" b="0" i="0" u="none" strike="noStrike" cap="none" spc="-70" baseline="0">
          <a:solidFill>
            <a:srgbClr val="000000"/>
          </a:solidFill>
          <a:uFillTx/>
          <a:latin typeface="Avenir Next Medium"/>
          <a:ea typeface="Avenir Next Medium"/>
          <a:cs typeface="Avenir Next Medium"/>
          <a:sym typeface="Avenir Next Medium"/>
        </a:defRPr>
      </a:lvl7pPr>
      <a:lvl8pPr marL="0" marR="0" indent="3200400" algn="l" defTabSz="2438400" rtl="0" latinLnBrk="0">
        <a:lnSpc>
          <a:spcPct val="80000"/>
        </a:lnSpc>
        <a:spcBef>
          <a:spcPts val="0"/>
        </a:spcBef>
        <a:spcAft>
          <a:spcPts val="0"/>
        </a:spcAft>
        <a:buClrTx/>
        <a:buSzTx/>
        <a:buFontTx/>
        <a:buNone/>
        <a:tabLst/>
        <a:defRPr sz="7000" b="0" i="0" u="none" strike="noStrike" cap="none" spc="-70" baseline="0">
          <a:solidFill>
            <a:srgbClr val="000000"/>
          </a:solidFill>
          <a:uFillTx/>
          <a:latin typeface="Avenir Next Medium"/>
          <a:ea typeface="Avenir Next Medium"/>
          <a:cs typeface="Avenir Next Medium"/>
          <a:sym typeface="Avenir Next Medium"/>
        </a:defRPr>
      </a:lvl8pPr>
      <a:lvl9pPr marL="0" marR="0" indent="3657600" algn="l" defTabSz="2438400" rtl="0" latinLnBrk="0">
        <a:lnSpc>
          <a:spcPct val="80000"/>
        </a:lnSpc>
        <a:spcBef>
          <a:spcPts val="0"/>
        </a:spcBef>
        <a:spcAft>
          <a:spcPts val="0"/>
        </a:spcAft>
        <a:buClrTx/>
        <a:buSzTx/>
        <a:buFontTx/>
        <a:buNone/>
        <a:tabLst/>
        <a:defRPr sz="7000" b="0" i="0" u="none" strike="noStrike" cap="none" spc="-70" baseline="0">
          <a:solidFill>
            <a:srgbClr val="000000"/>
          </a:solidFill>
          <a:uFillTx/>
          <a:latin typeface="Avenir Next Medium"/>
          <a:ea typeface="Avenir Next Medium"/>
          <a:cs typeface="Avenir Next Medium"/>
          <a:sym typeface="Avenir Next Medium"/>
        </a:defRPr>
      </a:lvl9pPr>
    </p:titleStyle>
    <p:bodyStyle>
      <a:lvl1pPr marL="546100" marR="0" indent="-546100" algn="l" defTabSz="2438338" rtl="0" latinLnBrk="0">
        <a:lnSpc>
          <a:spcPct val="90000"/>
        </a:lnSpc>
        <a:spcBef>
          <a:spcPts val="2400"/>
        </a:spcBef>
        <a:spcAft>
          <a:spcPts val="0"/>
        </a:spcAft>
        <a:buClrTx/>
        <a:buSzPct val="150000"/>
        <a:buFontTx/>
        <a:buChar char="•"/>
        <a:tabLst/>
        <a:defRPr sz="4400" b="0" i="0" u="none" strike="noStrike" cap="none" spc="0" baseline="0">
          <a:solidFill>
            <a:srgbClr val="000000"/>
          </a:solidFill>
          <a:uFillTx/>
          <a:latin typeface="Avenir Next Medium"/>
          <a:ea typeface="Avenir Next Medium"/>
          <a:cs typeface="Avenir Next Medium"/>
          <a:sym typeface="Avenir Next Medium"/>
        </a:defRPr>
      </a:lvl1pPr>
      <a:lvl2pPr marL="1092200" marR="0" indent="-546100" algn="l" defTabSz="2438338" rtl="0" latinLnBrk="0">
        <a:lnSpc>
          <a:spcPct val="90000"/>
        </a:lnSpc>
        <a:spcBef>
          <a:spcPts val="2400"/>
        </a:spcBef>
        <a:spcAft>
          <a:spcPts val="0"/>
        </a:spcAft>
        <a:buClrTx/>
        <a:buSzPct val="150000"/>
        <a:buFontTx/>
        <a:buChar char="•"/>
        <a:tabLst/>
        <a:defRPr sz="4400" b="0" i="0" u="none" strike="noStrike" cap="none" spc="0" baseline="0">
          <a:solidFill>
            <a:srgbClr val="000000"/>
          </a:solidFill>
          <a:uFillTx/>
          <a:latin typeface="Avenir Next Medium"/>
          <a:ea typeface="Avenir Next Medium"/>
          <a:cs typeface="Avenir Next Medium"/>
          <a:sym typeface="Avenir Next Medium"/>
        </a:defRPr>
      </a:lvl2pPr>
      <a:lvl3pPr marL="1638300" marR="0" indent="-546100" algn="l" defTabSz="2438338" rtl="0" latinLnBrk="0">
        <a:lnSpc>
          <a:spcPct val="90000"/>
        </a:lnSpc>
        <a:spcBef>
          <a:spcPts val="2400"/>
        </a:spcBef>
        <a:spcAft>
          <a:spcPts val="0"/>
        </a:spcAft>
        <a:buClrTx/>
        <a:buSzPct val="150000"/>
        <a:buFontTx/>
        <a:buChar char="•"/>
        <a:tabLst/>
        <a:defRPr sz="4400" b="0" i="0" u="none" strike="noStrike" cap="none" spc="0" baseline="0">
          <a:solidFill>
            <a:srgbClr val="000000"/>
          </a:solidFill>
          <a:uFillTx/>
          <a:latin typeface="Avenir Next Medium"/>
          <a:ea typeface="Avenir Next Medium"/>
          <a:cs typeface="Avenir Next Medium"/>
          <a:sym typeface="Avenir Next Medium"/>
        </a:defRPr>
      </a:lvl3pPr>
      <a:lvl4pPr marL="2184400" marR="0" indent="-546100" algn="l" defTabSz="2438338" rtl="0" latinLnBrk="0">
        <a:lnSpc>
          <a:spcPct val="90000"/>
        </a:lnSpc>
        <a:spcBef>
          <a:spcPts val="2400"/>
        </a:spcBef>
        <a:spcAft>
          <a:spcPts val="0"/>
        </a:spcAft>
        <a:buClrTx/>
        <a:buSzPct val="150000"/>
        <a:buFontTx/>
        <a:buChar char="•"/>
        <a:tabLst/>
        <a:defRPr sz="4400" b="0" i="0" u="none" strike="noStrike" cap="none" spc="0" baseline="0">
          <a:solidFill>
            <a:srgbClr val="000000"/>
          </a:solidFill>
          <a:uFillTx/>
          <a:latin typeface="Avenir Next Medium"/>
          <a:ea typeface="Avenir Next Medium"/>
          <a:cs typeface="Avenir Next Medium"/>
          <a:sym typeface="Avenir Next Medium"/>
        </a:defRPr>
      </a:lvl4pPr>
      <a:lvl5pPr marL="2730500" marR="0" indent="-546100" algn="l" defTabSz="2438338" rtl="0" latinLnBrk="0">
        <a:lnSpc>
          <a:spcPct val="90000"/>
        </a:lnSpc>
        <a:spcBef>
          <a:spcPts val="2400"/>
        </a:spcBef>
        <a:spcAft>
          <a:spcPts val="0"/>
        </a:spcAft>
        <a:buClrTx/>
        <a:buSzPct val="150000"/>
        <a:buFontTx/>
        <a:buChar char="•"/>
        <a:tabLst/>
        <a:defRPr sz="4400" b="0" i="0" u="none" strike="noStrike" cap="none" spc="0" baseline="0">
          <a:solidFill>
            <a:srgbClr val="000000"/>
          </a:solidFill>
          <a:uFillTx/>
          <a:latin typeface="Avenir Next Medium"/>
          <a:ea typeface="Avenir Next Medium"/>
          <a:cs typeface="Avenir Next Medium"/>
          <a:sym typeface="Avenir Next Medium"/>
        </a:defRPr>
      </a:lvl5pPr>
      <a:lvl6pPr marL="3276600" marR="0" indent="-546100" algn="l" defTabSz="2438338" rtl="0" latinLnBrk="0">
        <a:lnSpc>
          <a:spcPct val="90000"/>
        </a:lnSpc>
        <a:spcBef>
          <a:spcPts val="2400"/>
        </a:spcBef>
        <a:spcAft>
          <a:spcPts val="0"/>
        </a:spcAft>
        <a:buClrTx/>
        <a:buSzPct val="150000"/>
        <a:buFontTx/>
        <a:buChar char="•"/>
        <a:tabLst/>
        <a:defRPr sz="4400" b="0" i="0" u="none" strike="noStrike" cap="none" spc="0" baseline="0">
          <a:solidFill>
            <a:srgbClr val="000000"/>
          </a:solidFill>
          <a:uFillTx/>
          <a:latin typeface="Avenir Next Medium"/>
          <a:ea typeface="Avenir Next Medium"/>
          <a:cs typeface="Avenir Next Medium"/>
          <a:sym typeface="Avenir Next Medium"/>
        </a:defRPr>
      </a:lvl6pPr>
      <a:lvl7pPr marL="3822700" marR="0" indent="-546100" algn="l" defTabSz="2438338" rtl="0" latinLnBrk="0">
        <a:lnSpc>
          <a:spcPct val="90000"/>
        </a:lnSpc>
        <a:spcBef>
          <a:spcPts val="2400"/>
        </a:spcBef>
        <a:spcAft>
          <a:spcPts val="0"/>
        </a:spcAft>
        <a:buClrTx/>
        <a:buSzPct val="150000"/>
        <a:buFontTx/>
        <a:buChar char="•"/>
        <a:tabLst/>
        <a:defRPr sz="4400" b="0" i="0" u="none" strike="noStrike" cap="none" spc="0" baseline="0">
          <a:solidFill>
            <a:srgbClr val="000000"/>
          </a:solidFill>
          <a:uFillTx/>
          <a:latin typeface="Avenir Next Medium"/>
          <a:ea typeface="Avenir Next Medium"/>
          <a:cs typeface="Avenir Next Medium"/>
          <a:sym typeface="Avenir Next Medium"/>
        </a:defRPr>
      </a:lvl7pPr>
      <a:lvl8pPr marL="4368800" marR="0" indent="-546100" algn="l" defTabSz="2438338" rtl="0" latinLnBrk="0">
        <a:lnSpc>
          <a:spcPct val="90000"/>
        </a:lnSpc>
        <a:spcBef>
          <a:spcPts val="2400"/>
        </a:spcBef>
        <a:spcAft>
          <a:spcPts val="0"/>
        </a:spcAft>
        <a:buClrTx/>
        <a:buSzPct val="150000"/>
        <a:buFontTx/>
        <a:buChar char="•"/>
        <a:tabLst/>
        <a:defRPr sz="4400" b="0" i="0" u="none" strike="noStrike" cap="none" spc="0" baseline="0">
          <a:solidFill>
            <a:srgbClr val="000000"/>
          </a:solidFill>
          <a:uFillTx/>
          <a:latin typeface="Avenir Next Medium"/>
          <a:ea typeface="Avenir Next Medium"/>
          <a:cs typeface="Avenir Next Medium"/>
          <a:sym typeface="Avenir Next Medium"/>
        </a:defRPr>
      </a:lvl8pPr>
      <a:lvl9pPr marL="4914900" marR="0" indent="-546100" algn="l" defTabSz="2438338" rtl="0" latinLnBrk="0">
        <a:lnSpc>
          <a:spcPct val="90000"/>
        </a:lnSpc>
        <a:spcBef>
          <a:spcPts val="2400"/>
        </a:spcBef>
        <a:spcAft>
          <a:spcPts val="0"/>
        </a:spcAft>
        <a:buClrTx/>
        <a:buSzPct val="150000"/>
        <a:buFontTx/>
        <a:buChar char="•"/>
        <a:tabLst/>
        <a:defRPr sz="4400" b="0" i="0" u="none" strike="noStrike" cap="none" spc="0" baseline="0">
          <a:solidFill>
            <a:srgbClr val="000000"/>
          </a:solidFill>
          <a:uFillTx/>
          <a:latin typeface="Avenir Next Medium"/>
          <a:ea typeface="Avenir Next Medium"/>
          <a:cs typeface="Avenir Next Medium"/>
          <a:sym typeface="Avenir Next Medium"/>
        </a:defRPr>
      </a:lvl9pPr>
    </p:bodyStyle>
    <p:otherStyle>
      <a:lvl1pPr marL="0" marR="0" indent="0" algn="ctr" defTabSz="584200" rtl="0" latinLnBrk="0">
        <a:lnSpc>
          <a:spcPct val="100000"/>
        </a:lnSpc>
        <a:spcBef>
          <a:spcPts val="0"/>
        </a:spcBef>
        <a:spcAft>
          <a:spcPts val="0"/>
        </a:spcAft>
        <a:buClrTx/>
        <a:buSzTx/>
        <a:buFontTx/>
        <a:buNone/>
        <a:tabLst/>
        <a:defRPr sz="3500" b="0" i="0" u="none" strike="noStrike" cap="none" spc="0" baseline="0">
          <a:solidFill>
            <a:schemeClr val="tx1"/>
          </a:solidFill>
          <a:uFillTx/>
          <a:latin typeface="+mn-lt"/>
          <a:ea typeface="+mn-ea"/>
          <a:cs typeface="+mn-cs"/>
          <a:sym typeface="Avenir Next Regular"/>
        </a:defRPr>
      </a:lvl1pPr>
      <a:lvl2pPr marL="0" marR="0" indent="457200" algn="ctr" defTabSz="584200" rtl="0" latinLnBrk="0">
        <a:lnSpc>
          <a:spcPct val="100000"/>
        </a:lnSpc>
        <a:spcBef>
          <a:spcPts val="0"/>
        </a:spcBef>
        <a:spcAft>
          <a:spcPts val="0"/>
        </a:spcAft>
        <a:buClrTx/>
        <a:buSzTx/>
        <a:buFontTx/>
        <a:buNone/>
        <a:tabLst/>
        <a:defRPr sz="3500" b="0" i="0" u="none" strike="noStrike" cap="none" spc="0" baseline="0">
          <a:solidFill>
            <a:schemeClr val="tx1"/>
          </a:solidFill>
          <a:uFillTx/>
          <a:latin typeface="+mn-lt"/>
          <a:ea typeface="+mn-ea"/>
          <a:cs typeface="+mn-cs"/>
          <a:sym typeface="Avenir Next Regular"/>
        </a:defRPr>
      </a:lvl2pPr>
      <a:lvl3pPr marL="0" marR="0" indent="914400" algn="ctr" defTabSz="584200" rtl="0" latinLnBrk="0">
        <a:lnSpc>
          <a:spcPct val="100000"/>
        </a:lnSpc>
        <a:spcBef>
          <a:spcPts val="0"/>
        </a:spcBef>
        <a:spcAft>
          <a:spcPts val="0"/>
        </a:spcAft>
        <a:buClrTx/>
        <a:buSzTx/>
        <a:buFontTx/>
        <a:buNone/>
        <a:tabLst/>
        <a:defRPr sz="3500" b="0" i="0" u="none" strike="noStrike" cap="none" spc="0" baseline="0">
          <a:solidFill>
            <a:schemeClr val="tx1"/>
          </a:solidFill>
          <a:uFillTx/>
          <a:latin typeface="+mn-lt"/>
          <a:ea typeface="+mn-ea"/>
          <a:cs typeface="+mn-cs"/>
          <a:sym typeface="Avenir Next Regular"/>
        </a:defRPr>
      </a:lvl3pPr>
      <a:lvl4pPr marL="0" marR="0" indent="1371600" algn="ctr" defTabSz="584200" rtl="0" latinLnBrk="0">
        <a:lnSpc>
          <a:spcPct val="100000"/>
        </a:lnSpc>
        <a:spcBef>
          <a:spcPts val="0"/>
        </a:spcBef>
        <a:spcAft>
          <a:spcPts val="0"/>
        </a:spcAft>
        <a:buClrTx/>
        <a:buSzTx/>
        <a:buFontTx/>
        <a:buNone/>
        <a:tabLst/>
        <a:defRPr sz="3500" b="0" i="0" u="none" strike="noStrike" cap="none" spc="0" baseline="0">
          <a:solidFill>
            <a:schemeClr val="tx1"/>
          </a:solidFill>
          <a:uFillTx/>
          <a:latin typeface="+mn-lt"/>
          <a:ea typeface="+mn-ea"/>
          <a:cs typeface="+mn-cs"/>
          <a:sym typeface="Avenir Next Regular"/>
        </a:defRPr>
      </a:lvl4pPr>
      <a:lvl5pPr marL="0" marR="0" indent="1828800" algn="ctr" defTabSz="584200" rtl="0" latinLnBrk="0">
        <a:lnSpc>
          <a:spcPct val="100000"/>
        </a:lnSpc>
        <a:spcBef>
          <a:spcPts val="0"/>
        </a:spcBef>
        <a:spcAft>
          <a:spcPts val="0"/>
        </a:spcAft>
        <a:buClrTx/>
        <a:buSzTx/>
        <a:buFontTx/>
        <a:buNone/>
        <a:tabLst/>
        <a:defRPr sz="3500" b="0" i="0" u="none" strike="noStrike" cap="none" spc="0" baseline="0">
          <a:solidFill>
            <a:schemeClr val="tx1"/>
          </a:solidFill>
          <a:uFillTx/>
          <a:latin typeface="+mn-lt"/>
          <a:ea typeface="+mn-ea"/>
          <a:cs typeface="+mn-cs"/>
          <a:sym typeface="Avenir Next Regular"/>
        </a:defRPr>
      </a:lvl5pPr>
      <a:lvl6pPr marL="0" marR="0" indent="2286000" algn="ctr" defTabSz="584200" rtl="0" latinLnBrk="0">
        <a:lnSpc>
          <a:spcPct val="100000"/>
        </a:lnSpc>
        <a:spcBef>
          <a:spcPts val="0"/>
        </a:spcBef>
        <a:spcAft>
          <a:spcPts val="0"/>
        </a:spcAft>
        <a:buClrTx/>
        <a:buSzTx/>
        <a:buFontTx/>
        <a:buNone/>
        <a:tabLst/>
        <a:defRPr sz="3500" b="0" i="0" u="none" strike="noStrike" cap="none" spc="0" baseline="0">
          <a:solidFill>
            <a:schemeClr val="tx1"/>
          </a:solidFill>
          <a:uFillTx/>
          <a:latin typeface="+mn-lt"/>
          <a:ea typeface="+mn-ea"/>
          <a:cs typeface="+mn-cs"/>
          <a:sym typeface="Avenir Next Regular"/>
        </a:defRPr>
      </a:lvl6pPr>
      <a:lvl7pPr marL="0" marR="0" indent="2743200" algn="ctr" defTabSz="584200" rtl="0" latinLnBrk="0">
        <a:lnSpc>
          <a:spcPct val="100000"/>
        </a:lnSpc>
        <a:spcBef>
          <a:spcPts val="0"/>
        </a:spcBef>
        <a:spcAft>
          <a:spcPts val="0"/>
        </a:spcAft>
        <a:buClrTx/>
        <a:buSzTx/>
        <a:buFontTx/>
        <a:buNone/>
        <a:tabLst/>
        <a:defRPr sz="3500" b="0" i="0" u="none" strike="noStrike" cap="none" spc="0" baseline="0">
          <a:solidFill>
            <a:schemeClr val="tx1"/>
          </a:solidFill>
          <a:uFillTx/>
          <a:latin typeface="+mn-lt"/>
          <a:ea typeface="+mn-ea"/>
          <a:cs typeface="+mn-cs"/>
          <a:sym typeface="Avenir Next Regular"/>
        </a:defRPr>
      </a:lvl7pPr>
      <a:lvl8pPr marL="0" marR="0" indent="3200400" algn="ctr" defTabSz="584200" rtl="0" latinLnBrk="0">
        <a:lnSpc>
          <a:spcPct val="100000"/>
        </a:lnSpc>
        <a:spcBef>
          <a:spcPts val="0"/>
        </a:spcBef>
        <a:spcAft>
          <a:spcPts val="0"/>
        </a:spcAft>
        <a:buClrTx/>
        <a:buSzTx/>
        <a:buFontTx/>
        <a:buNone/>
        <a:tabLst/>
        <a:defRPr sz="3500" b="0" i="0" u="none" strike="noStrike" cap="none" spc="0" baseline="0">
          <a:solidFill>
            <a:schemeClr val="tx1"/>
          </a:solidFill>
          <a:uFillTx/>
          <a:latin typeface="+mn-lt"/>
          <a:ea typeface="+mn-ea"/>
          <a:cs typeface="+mn-cs"/>
          <a:sym typeface="Avenir Next Regular"/>
        </a:defRPr>
      </a:lvl8pPr>
      <a:lvl9pPr marL="0" marR="0" indent="3657600" algn="ctr" defTabSz="584200" rtl="0" latinLnBrk="0">
        <a:lnSpc>
          <a:spcPct val="100000"/>
        </a:lnSpc>
        <a:spcBef>
          <a:spcPts val="0"/>
        </a:spcBef>
        <a:spcAft>
          <a:spcPts val="0"/>
        </a:spcAft>
        <a:buClrTx/>
        <a:buSzTx/>
        <a:buFontTx/>
        <a:buNone/>
        <a:tabLst/>
        <a:defRPr sz="3500" b="0" i="0" u="none" strike="noStrike" cap="none" spc="0" baseline="0">
          <a:solidFill>
            <a:schemeClr val="tx1"/>
          </a:solidFill>
          <a:uFillTx/>
          <a:latin typeface="+mn-lt"/>
          <a:ea typeface="+mn-ea"/>
          <a:cs typeface="+mn-cs"/>
          <a:sym typeface="Avenir Next Regular"/>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3.xml"/><Relationship Id="rId3"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4.xml"/><Relationship Id="rId3" Type="http://schemas.openxmlformats.org/officeDocument/2006/relationships/image" Target="../media/image4.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5.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emf"/></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6.xml"/><Relationship Id="rId3" Type="http://schemas.openxmlformats.org/officeDocument/2006/relationships/image" Target="../media/image8.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7.xml"/><Relationship Id="rId3" Type="http://schemas.openxmlformats.org/officeDocument/2006/relationships/image" Target="../media/image9.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8.xml"/><Relationship Id="rId3" Type="http://schemas.openxmlformats.org/officeDocument/2006/relationships/image" Target="../media/image10.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image" Target="../media/image11.png"/><Relationship Id="rId3" Type="http://schemas.openxmlformats.org/officeDocument/2006/relationships/notesSlide" Target="../notesSlides/notesSlide10.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image" Target="../media/image12.png"/><Relationship Id="rId3" Type="http://schemas.openxmlformats.org/officeDocument/2006/relationships/notesSlide" Target="../notesSlides/notesSlide1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F22755-6404-6BD5-C1E7-7E97B8626164}"/>
            </a:ext>
          </a:extLst>
        </p:cNvPr>
        <p:cNvGrpSpPr/>
        <p:nvPr/>
      </p:nvGrpSpPr>
      <p:grpSpPr>
        <a:xfrm>
          <a:off x="0" y="0"/>
          <a:ext cx="0" cy="0"/>
          <a:chOff x="0" y="0"/>
          <a:chExt cx="0" cy="0"/>
        </a:xfrm>
      </p:grpSpPr>
      <p:sp>
        <p:nvSpPr>
          <p:cNvPr id="174" name="Intelligent Radio Sensing Lab. (IRS Lab)…">
            <a:extLst>
              <a:ext uri="{FF2B5EF4-FFF2-40B4-BE49-F238E27FC236}">
                <a16:creationId xmlns:a16="http://schemas.microsoft.com/office/drawing/2014/main" id="{2A0768BC-77C5-2C8F-FD38-7C79DD42D6D4}"/>
              </a:ext>
            </a:extLst>
          </p:cNvPr>
          <p:cNvSpPr txBox="1">
            <a:spLocks noGrp="1"/>
          </p:cNvSpPr>
          <p:nvPr>
            <p:ph type="body" idx="21"/>
          </p:nvPr>
        </p:nvSpPr>
        <p:spPr>
          <a:xfrm>
            <a:off x="1219200" y="8535303"/>
            <a:ext cx="21945600" cy="2550610"/>
          </a:xfrm>
          <a:prstGeom prst="rect">
            <a:avLst/>
          </a:prstGeom>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a:normAutofit/>
          </a:bodyPr>
          <a:lstStyle/>
          <a:p>
            <a:pPr defTabSz="775969">
              <a:defRPr sz="4700" spc="-47"/>
            </a:pPr>
            <a:r>
              <a:rPr dirty="0">
                <a:latin typeface="Arial" panose="020B0604020202020204" pitchFamily="34" charset="0"/>
                <a:cs typeface="Arial" panose="020B0604020202020204" pitchFamily="34" charset="0"/>
              </a:rPr>
              <a:t>Intelligent Radio Sensing Lab. (IRS Lab)</a:t>
            </a:r>
            <a:endParaRPr lang="en-US" dirty="0">
              <a:latin typeface="Arial" panose="020B0604020202020204" pitchFamily="34" charset="0"/>
              <a:cs typeface="Arial" panose="020B0604020202020204" pitchFamily="34" charset="0"/>
            </a:endParaRPr>
          </a:p>
          <a:p>
            <a:pPr defTabSz="775969">
              <a:defRPr sz="4700" spc="-47"/>
            </a:pPr>
            <a:r>
              <a:rPr lang="en-US" dirty="0">
                <a:latin typeface="Arial" panose="020B0604020202020204" pitchFamily="34" charset="0"/>
                <a:cs typeface="Arial" panose="020B0604020202020204" pitchFamily="34" charset="0"/>
              </a:rPr>
              <a:t>Department of Electrical Engineering and Computer Science</a:t>
            </a:r>
          </a:p>
          <a:p>
            <a:pPr defTabSz="775969">
              <a:defRPr sz="4700" spc="-47"/>
            </a:pPr>
            <a:r>
              <a:rPr lang="en-US" dirty="0">
                <a:latin typeface="Arial" panose="020B0604020202020204" pitchFamily="34" charset="0"/>
                <a:cs typeface="Arial" panose="020B0604020202020204" pitchFamily="34" charset="0"/>
              </a:rPr>
              <a:t>DGIST</a:t>
            </a:r>
            <a:endParaRPr lang="ko-KR" altLang="en-US" dirty="0">
              <a:latin typeface="Arial" panose="020B0604020202020204" pitchFamily="34" charset="0"/>
              <a:cs typeface="Arial" panose="020B0604020202020204" pitchFamily="34" charset="0"/>
            </a:endParaRPr>
          </a:p>
        </p:txBody>
      </p:sp>
      <p:sp>
        <p:nvSpPr>
          <p:cNvPr id="175" name="Title">
            <a:extLst>
              <a:ext uri="{FF2B5EF4-FFF2-40B4-BE49-F238E27FC236}">
                <a16:creationId xmlns:a16="http://schemas.microsoft.com/office/drawing/2014/main" id="{FEF69C24-0A71-478B-4622-AF755BE20C66}"/>
              </a:ext>
            </a:extLst>
          </p:cNvPr>
          <p:cNvSpPr txBox="1">
            <a:spLocks noGrp="1"/>
          </p:cNvSpPr>
          <p:nvPr>
            <p:ph type="ctrTitle"/>
          </p:nvPr>
        </p:nvSpPr>
        <p:spPr>
          <a:xfrm>
            <a:off x="1219200" y="3358256"/>
            <a:ext cx="21945600" cy="2412647"/>
          </a:xfrm>
          <a:prstGeom prst="rect">
            <a:avLst/>
          </a:prstGeom>
        </p:spPr>
        <p:txBody>
          <a:bodyPr>
            <a:normAutofit/>
          </a:bodyPr>
          <a:lstStyle>
            <a:lvl1pPr algn="ctr">
              <a:defRPr sz="11500" spc="-115">
                <a:latin typeface="+mn-lt"/>
                <a:ea typeface="+mn-ea"/>
                <a:cs typeface="+mn-cs"/>
                <a:sym typeface="Avenir Next Regular"/>
              </a:defRPr>
            </a:lvl1pPr>
          </a:lstStyle>
          <a:p>
            <a:r>
              <a:rPr lang="en-US" altLang="ko-KR" sz="8800" dirty="0"/>
              <a:t>Team Meeting</a:t>
            </a:r>
            <a:endParaRPr lang="ko-KR" altLang="en-US" sz="8800" dirty="0">
              <a:latin typeface="Arial" panose="020B0604020202020204" pitchFamily="34" charset="0"/>
              <a:cs typeface="Arial" panose="020B0604020202020204" pitchFamily="34" charset="0"/>
            </a:endParaRPr>
          </a:p>
        </p:txBody>
      </p:sp>
      <p:sp>
        <p:nvSpPr>
          <p:cNvPr id="176" name="Name">
            <a:extLst>
              <a:ext uri="{FF2B5EF4-FFF2-40B4-BE49-F238E27FC236}">
                <a16:creationId xmlns:a16="http://schemas.microsoft.com/office/drawing/2014/main" id="{0BF5DE56-8C9C-68F7-1AAA-48628C929F2B}"/>
              </a:ext>
            </a:extLst>
          </p:cNvPr>
          <p:cNvSpPr txBox="1">
            <a:spLocks noGrp="1"/>
          </p:cNvSpPr>
          <p:nvPr>
            <p:ph type="subTitle" sz="quarter" idx="1"/>
          </p:nvPr>
        </p:nvSpPr>
        <p:spPr>
          <a:xfrm>
            <a:off x="1196898" y="6342708"/>
            <a:ext cx="21945600" cy="2475652"/>
          </a:xfrm>
          <a:prstGeom prst="rect">
            <a:avLst/>
          </a:prstGeom>
        </p:spPr>
        <p:txBody>
          <a:bodyPr>
            <a:normAutofit/>
          </a:bodyPr>
          <a:lstStyle>
            <a:lvl1pPr>
              <a:defRPr sz="6800" spc="-68"/>
            </a:lvl1pPr>
          </a:lstStyle>
          <a:p>
            <a:r>
              <a:rPr lang="en-US" sz="4400" dirty="0" err="1">
                <a:latin typeface="Arial" panose="020B0604020202020204" pitchFamily="34" charset="0"/>
                <a:cs typeface="Arial" panose="020B0604020202020204" pitchFamily="34" charset="0"/>
              </a:rPr>
              <a:t>Yunjung</a:t>
            </a:r>
            <a:r>
              <a:rPr lang="en-US" sz="4400" dirty="0">
                <a:latin typeface="Arial" panose="020B0604020202020204" pitchFamily="34" charset="0"/>
                <a:cs typeface="Arial" panose="020B0604020202020204" pitchFamily="34" charset="0"/>
              </a:rPr>
              <a:t> Jeong</a:t>
            </a:r>
          </a:p>
        </p:txBody>
      </p:sp>
      <p:pic>
        <p:nvPicPr>
          <p:cNvPr id="178" name="ui_kor_eng.svg" descr="ui_kor_eng.svg">
            <a:extLst>
              <a:ext uri="{FF2B5EF4-FFF2-40B4-BE49-F238E27FC236}">
                <a16:creationId xmlns:a16="http://schemas.microsoft.com/office/drawing/2014/main" id="{D19F379D-ACF2-BC9C-AC4C-88D448E95317}"/>
              </a:ext>
            </a:extLst>
          </p:cNvPr>
          <p:cNvPicPr>
            <a:picLocks noChangeAspect="1"/>
          </p:cNvPicPr>
          <p:nvPr/>
        </p:nvPicPr>
        <p:blipFill>
          <a:blip r:embed="rId3"/>
          <a:srcRect l="20301" t="62673" r="49648" b="28626"/>
          <a:stretch>
            <a:fillRect/>
          </a:stretch>
        </p:blipFill>
        <p:spPr>
          <a:xfrm>
            <a:off x="290004" y="123643"/>
            <a:ext cx="3109180" cy="1227469"/>
          </a:xfrm>
          <a:prstGeom prst="rect">
            <a:avLst/>
          </a:prstGeom>
          <a:ln w="12700">
            <a:miter lim="400000"/>
          </a:ln>
        </p:spPr>
      </p:pic>
      <p:sp>
        <p:nvSpPr>
          <p:cNvPr id="4" name="Name">
            <a:extLst>
              <a:ext uri="{FF2B5EF4-FFF2-40B4-BE49-F238E27FC236}">
                <a16:creationId xmlns:a16="http://schemas.microsoft.com/office/drawing/2014/main" id="{DCA5BEBF-35EA-CB12-2A3F-CA4921AF5198}"/>
              </a:ext>
            </a:extLst>
          </p:cNvPr>
          <p:cNvSpPr txBox="1">
            <a:spLocks/>
          </p:cNvSpPr>
          <p:nvPr/>
        </p:nvSpPr>
        <p:spPr>
          <a:xfrm>
            <a:off x="1219200" y="7410006"/>
            <a:ext cx="21945600" cy="2250593"/>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50800" tIns="50800" rIns="50800" bIns="50800">
            <a:normAutofit/>
          </a:bodyPr>
          <a:lstStyle>
            <a:lvl1pPr marL="0" marR="0" indent="0" algn="ctr" defTabSz="825500" rtl="0" latinLnBrk="0">
              <a:lnSpc>
                <a:spcPct val="100000"/>
              </a:lnSpc>
              <a:spcBef>
                <a:spcPts val="0"/>
              </a:spcBef>
              <a:spcAft>
                <a:spcPts val="0"/>
              </a:spcAft>
              <a:buClrTx/>
              <a:buSzTx/>
              <a:buFontTx/>
              <a:buNone/>
              <a:tabLst/>
              <a:defRPr sz="6800" b="1" i="0" u="none" strike="noStrike" cap="none" spc="-68" baseline="0">
                <a:solidFill>
                  <a:srgbClr val="000000"/>
                </a:solidFill>
                <a:uFillTx/>
                <a:latin typeface="AvenirNext-DemiBold"/>
                <a:ea typeface="AvenirNext-DemiBold"/>
                <a:cs typeface="AvenirNext-DemiBold"/>
                <a:sym typeface="AvenirNext-DemiBold"/>
              </a:defRPr>
            </a:lvl1pPr>
            <a:lvl2pPr marL="0" marR="0" indent="457200" algn="ctr" defTabSz="825500" rtl="0" latinLnBrk="0">
              <a:lnSpc>
                <a:spcPct val="100000"/>
              </a:lnSpc>
              <a:spcBef>
                <a:spcPts val="0"/>
              </a:spcBef>
              <a:spcAft>
                <a:spcPts val="0"/>
              </a:spcAft>
              <a:buClrTx/>
              <a:buSzTx/>
              <a:buFontTx/>
              <a:buNone/>
              <a:tabLst/>
              <a:defRPr sz="6000" b="1" i="0" u="none" strike="noStrike" cap="none" spc="-59" baseline="0">
                <a:solidFill>
                  <a:srgbClr val="000000"/>
                </a:solidFill>
                <a:uFillTx/>
                <a:latin typeface="AvenirNext-DemiBold"/>
                <a:ea typeface="AvenirNext-DemiBold"/>
                <a:cs typeface="AvenirNext-DemiBold"/>
                <a:sym typeface="AvenirNext-DemiBold"/>
              </a:defRPr>
            </a:lvl2pPr>
            <a:lvl3pPr marL="0" marR="0" indent="914400" algn="ctr" defTabSz="825500" rtl="0" latinLnBrk="0">
              <a:lnSpc>
                <a:spcPct val="100000"/>
              </a:lnSpc>
              <a:spcBef>
                <a:spcPts val="0"/>
              </a:spcBef>
              <a:spcAft>
                <a:spcPts val="0"/>
              </a:spcAft>
              <a:buClrTx/>
              <a:buSzTx/>
              <a:buFontTx/>
              <a:buNone/>
              <a:tabLst/>
              <a:defRPr sz="6000" b="1" i="0" u="none" strike="noStrike" cap="none" spc="-59" baseline="0">
                <a:solidFill>
                  <a:srgbClr val="000000"/>
                </a:solidFill>
                <a:uFillTx/>
                <a:latin typeface="AvenirNext-DemiBold"/>
                <a:ea typeface="AvenirNext-DemiBold"/>
                <a:cs typeface="AvenirNext-DemiBold"/>
                <a:sym typeface="AvenirNext-DemiBold"/>
              </a:defRPr>
            </a:lvl3pPr>
            <a:lvl4pPr marL="0" marR="0" indent="1371600" algn="ctr" defTabSz="825500" rtl="0" latinLnBrk="0">
              <a:lnSpc>
                <a:spcPct val="100000"/>
              </a:lnSpc>
              <a:spcBef>
                <a:spcPts val="0"/>
              </a:spcBef>
              <a:spcAft>
                <a:spcPts val="0"/>
              </a:spcAft>
              <a:buClrTx/>
              <a:buSzTx/>
              <a:buFontTx/>
              <a:buNone/>
              <a:tabLst/>
              <a:defRPr sz="6000" b="1" i="0" u="none" strike="noStrike" cap="none" spc="-59" baseline="0">
                <a:solidFill>
                  <a:srgbClr val="000000"/>
                </a:solidFill>
                <a:uFillTx/>
                <a:latin typeface="AvenirNext-DemiBold"/>
                <a:ea typeface="AvenirNext-DemiBold"/>
                <a:cs typeface="AvenirNext-DemiBold"/>
                <a:sym typeface="AvenirNext-DemiBold"/>
              </a:defRPr>
            </a:lvl4pPr>
            <a:lvl5pPr marL="0" marR="0" indent="1828800" algn="ctr" defTabSz="825500" rtl="0" latinLnBrk="0">
              <a:lnSpc>
                <a:spcPct val="100000"/>
              </a:lnSpc>
              <a:spcBef>
                <a:spcPts val="0"/>
              </a:spcBef>
              <a:spcAft>
                <a:spcPts val="0"/>
              </a:spcAft>
              <a:buClrTx/>
              <a:buSzTx/>
              <a:buFontTx/>
              <a:buNone/>
              <a:tabLst/>
              <a:defRPr sz="6000" b="1" i="0" u="none" strike="noStrike" cap="none" spc="-59" baseline="0">
                <a:solidFill>
                  <a:srgbClr val="000000"/>
                </a:solidFill>
                <a:uFillTx/>
                <a:latin typeface="AvenirNext-DemiBold"/>
                <a:ea typeface="AvenirNext-DemiBold"/>
                <a:cs typeface="AvenirNext-DemiBold"/>
                <a:sym typeface="AvenirNext-DemiBold"/>
              </a:defRPr>
            </a:lvl5pPr>
            <a:lvl6pPr marL="3276600" marR="0" indent="-546100" algn="l" defTabSz="2438338" rtl="0" latinLnBrk="0">
              <a:lnSpc>
                <a:spcPct val="90000"/>
              </a:lnSpc>
              <a:spcBef>
                <a:spcPts val="2400"/>
              </a:spcBef>
              <a:spcAft>
                <a:spcPts val="0"/>
              </a:spcAft>
              <a:buClrTx/>
              <a:buSzPct val="150000"/>
              <a:buFontTx/>
              <a:buChar char="•"/>
              <a:tabLst/>
              <a:defRPr sz="4400" b="0" i="0" u="none" strike="noStrike" cap="none" spc="0" baseline="0">
                <a:solidFill>
                  <a:srgbClr val="000000"/>
                </a:solidFill>
                <a:uFillTx/>
                <a:latin typeface="Avenir Next Medium"/>
                <a:ea typeface="Avenir Next Medium"/>
                <a:cs typeface="Avenir Next Medium"/>
                <a:sym typeface="Avenir Next Medium"/>
              </a:defRPr>
            </a:lvl6pPr>
            <a:lvl7pPr marL="3822700" marR="0" indent="-546100" algn="l" defTabSz="2438338" rtl="0" latinLnBrk="0">
              <a:lnSpc>
                <a:spcPct val="90000"/>
              </a:lnSpc>
              <a:spcBef>
                <a:spcPts val="2400"/>
              </a:spcBef>
              <a:spcAft>
                <a:spcPts val="0"/>
              </a:spcAft>
              <a:buClrTx/>
              <a:buSzPct val="150000"/>
              <a:buFontTx/>
              <a:buChar char="•"/>
              <a:tabLst/>
              <a:defRPr sz="4400" b="0" i="0" u="none" strike="noStrike" cap="none" spc="0" baseline="0">
                <a:solidFill>
                  <a:srgbClr val="000000"/>
                </a:solidFill>
                <a:uFillTx/>
                <a:latin typeface="Avenir Next Medium"/>
                <a:ea typeface="Avenir Next Medium"/>
                <a:cs typeface="Avenir Next Medium"/>
                <a:sym typeface="Avenir Next Medium"/>
              </a:defRPr>
            </a:lvl7pPr>
            <a:lvl8pPr marL="4368800" marR="0" indent="-546100" algn="l" defTabSz="2438338" rtl="0" latinLnBrk="0">
              <a:lnSpc>
                <a:spcPct val="90000"/>
              </a:lnSpc>
              <a:spcBef>
                <a:spcPts val="2400"/>
              </a:spcBef>
              <a:spcAft>
                <a:spcPts val="0"/>
              </a:spcAft>
              <a:buClrTx/>
              <a:buSzPct val="150000"/>
              <a:buFontTx/>
              <a:buChar char="•"/>
              <a:tabLst/>
              <a:defRPr sz="4400" b="0" i="0" u="none" strike="noStrike" cap="none" spc="0" baseline="0">
                <a:solidFill>
                  <a:srgbClr val="000000"/>
                </a:solidFill>
                <a:uFillTx/>
                <a:latin typeface="Avenir Next Medium"/>
                <a:ea typeface="Avenir Next Medium"/>
                <a:cs typeface="Avenir Next Medium"/>
                <a:sym typeface="Avenir Next Medium"/>
              </a:defRPr>
            </a:lvl8pPr>
            <a:lvl9pPr marL="4914900" marR="0" indent="-546100" algn="l" defTabSz="2438338" rtl="0" latinLnBrk="0">
              <a:lnSpc>
                <a:spcPct val="90000"/>
              </a:lnSpc>
              <a:spcBef>
                <a:spcPts val="2400"/>
              </a:spcBef>
              <a:spcAft>
                <a:spcPts val="0"/>
              </a:spcAft>
              <a:buClrTx/>
              <a:buSzPct val="150000"/>
              <a:buFontTx/>
              <a:buChar char="•"/>
              <a:tabLst/>
              <a:defRPr sz="4400" b="0" i="0" u="none" strike="noStrike" cap="none" spc="0" baseline="0">
                <a:solidFill>
                  <a:srgbClr val="000000"/>
                </a:solidFill>
                <a:uFillTx/>
                <a:latin typeface="Avenir Next Medium"/>
                <a:ea typeface="Avenir Next Medium"/>
                <a:cs typeface="Avenir Next Medium"/>
                <a:sym typeface="Avenir Next Medium"/>
              </a:defRPr>
            </a:lvl9pPr>
          </a:lstStyle>
          <a:p>
            <a:pPr hangingPunct="1"/>
            <a:r>
              <a:rPr lang="en-US" sz="4000" dirty="0">
                <a:latin typeface="Arial" panose="020B0604020202020204" pitchFamily="34" charset="0"/>
                <a:cs typeface="Arial" panose="020B0604020202020204" pitchFamily="34" charset="0"/>
              </a:rPr>
              <a:t>2026. 08. 11</a:t>
            </a:r>
          </a:p>
        </p:txBody>
      </p:sp>
    </p:spTree>
    <p:extLst>
      <p:ext uri="{BB962C8B-B14F-4D97-AF65-F5344CB8AC3E}">
        <p14:creationId xmlns:p14="http://schemas.microsoft.com/office/powerpoint/2010/main" val="2562497968"/>
      </p:ext>
    </p:extLst>
  </p:cSld>
  <p:clrMapOvr>
    <a:masterClrMapping/>
  </p:clrMapOvr>
  <p:transition spd="me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1463040" y="5105400"/>
            <a:ext cx="21457920" cy="822960"/>
          </a:xfrm>
          <a:prstGeom prst="rect">
            <a:avLst/>
          </a:prstGeom>
          <a:noFill/>
        </p:spPr>
        <p:txBody>
          <a:bodyPr wrap="square" lIns="0" tIns="0" rIns="0" bIns="0" anchor="t">
            <a:spAutoFit/>
          </a:bodyPr>
          <a:lstStyle/>
          <a:p>
            <a:pPr algn="ctr"/>
            <a:r>
              <a:rPr sz="3800" b="1" i="0">
                <a:solidFill>
                  <a:srgbClr val="2E74B5"/>
                </a:solidFill>
                <a:latin typeface="AvenirNext-DemiBold"/>
              </a:rPr>
              <a:t>TODAY</a:t>
            </a:r>
          </a:p>
        </p:txBody>
      </p:sp>
      <p:sp>
        <p:nvSpPr>
          <p:cNvPr id="3" name="TextBox 2"/>
          <p:cNvSpPr txBox="1"/>
          <p:nvPr/>
        </p:nvSpPr>
        <p:spPr>
          <a:xfrm>
            <a:off x="1463040" y="6312408"/>
            <a:ext cx="21457920" cy="1082040"/>
          </a:xfrm>
          <a:prstGeom prst="rect">
            <a:avLst/>
          </a:prstGeom>
          <a:noFill/>
        </p:spPr>
        <p:txBody>
          <a:bodyPr wrap="square" lIns="0" tIns="0" rIns="0" bIns="0" anchor="t">
            <a:spAutoFit/>
          </a:bodyPr>
          <a:lstStyle/>
          <a:p>
            <a:pPr algn="ctr"/>
            <a:r>
              <a:rPr sz="6200" b="1" i="0">
                <a:solidFill>
                  <a:srgbClr val="000000"/>
                </a:solidFill>
                <a:latin typeface="AvenirNext-DemiBold"/>
              </a:rPr>
              <a:t>Micro-Doppler of a hovering drone</a:t>
            </a:r>
          </a:p>
        </p:txBody>
      </p:sp>
      <p:sp>
        <p:nvSpPr>
          <p:cNvPr id="4" name="TextBox 3"/>
          <p:cNvSpPr txBox="1"/>
          <p:nvPr/>
        </p:nvSpPr>
        <p:spPr>
          <a:xfrm>
            <a:off x="2194560" y="7778496"/>
            <a:ext cx="19994880" cy="832104"/>
          </a:xfrm>
          <a:prstGeom prst="rect">
            <a:avLst/>
          </a:prstGeom>
          <a:noFill/>
        </p:spPr>
        <p:txBody>
          <a:bodyPr wrap="square" lIns="0" tIns="0" rIns="0" bIns="0" anchor="t">
            <a:spAutoFit/>
          </a:bodyPr>
          <a:lstStyle/>
          <a:p>
            <a:pPr algn="ctr"/>
            <a:r>
              <a:rPr sz="4200" b="0" i="0">
                <a:solidFill>
                  <a:srgbClr val="5E5E5E"/>
                </a:solidFill>
                <a:latin typeface="Avenir Next Medium"/>
              </a:rPr>
              <a:t>Sionna PathSolver vs Our SBR + PO</a:t>
            </a:r>
          </a:p>
        </p:txBody>
      </p:sp>
      <p:sp>
        <p:nvSpPr>
          <p:cNvPr id="5" name="슬라이드 번호 개체 틀 4">
            <a:extLst>
              <a:ext uri="{FF2B5EF4-FFF2-40B4-BE49-F238E27FC236}">
                <a16:creationId xmlns:a16="http://schemas.microsoft.com/office/drawing/2014/main" id="{D2518D9F-593B-ABF1-AA83-C05B45C21E61}"/>
              </a:ext>
            </a:extLst>
          </p:cNvPr>
          <p:cNvSpPr>
            <a:spLocks noGrp="1"/>
          </p:cNvSpPr>
          <p:nvPr>
            <p:ph type="sldNum" sz="quarter" idx="2"/>
          </p:nvPr>
        </p:nvSpPr>
        <p:spPr/>
        <p:txBody>
          <a:bodyPr/>
          <a:lstStyle/>
          <a:p>
            <a:fld id="{86CB4B4D-7CA3-9044-876B-883B54F8677D}" type="slidenum">
              <a:rPr lang="en-US" altLang="ko-KR" smtClean="0"/>
              <a:t>2</a:t>
            </a:fld>
            <a:r>
              <a:rPr lang="en-US" altLang="ko-KR"/>
              <a:t>/11</a:t>
            </a:r>
            <a:endParaRPr lang="ko-KR" alt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719328" y="449885"/>
            <a:ext cx="20999501" cy="599389"/>
          </a:xfrm>
          <a:prstGeom prst="rect">
            <a:avLst/>
          </a:prstGeom>
          <a:noFill/>
        </p:spPr>
        <p:txBody>
          <a:bodyPr wrap="square" lIns="0" tIns="0" rIns="0" bIns="0" anchor="t">
            <a:spAutoFit/>
          </a:bodyPr>
          <a:lstStyle/>
          <a:p>
            <a:pPr algn="l"/>
            <a:r>
              <a:rPr sz="2900" b="1" i="0">
                <a:solidFill>
                  <a:srgbClr val="2E74B5"/>
                </a:solidFill>
                <a:latin typeface="AvenirNext-DemiBold"/>
              </a:rPr>
              <a:t>THE TARGET</a:t>
            </a:r>
          </a:p>
        </p:txBody>
      </p:sp>
      <p:sp>
        <p:nvSpPr>
          <p:cNvPr id="3" name="TextBox 2"/>
          <p:cNvSpPr txBox="1"/>
          <p:nvPr/>
        </p:nvSpPr>
        <p:spPr>
          <a:xfrm>
            <a:off x="699821" y="1039673"/>
            <a:ext cx="22979482" cy="1075944"/>
          </a:xfrm>
          <a:prstGeom prst="rect">
            <a:avLst/>
          </a:prstGeom>
          <a:noFill/>
        </p:spPr>
        <p:txBody>
          <a:bodyPr wrap="square" lIns="0" tIns="0" rIns="0" bIns="0" anchor="t">
            <a:spAutoFit/>
          </a:bodyPr>
          <a:lstStyle/>
          <a:p>
            <a:pPr algn="l"/>
            <a:r>
              <a:rPr sz="5800" b="1" i="0">
                <a:solidFill>
                  <a:srgbClr val="000000"/>
                </a:solidFill>
                <a:latin typeface="AvenirNext-DemiBold"/>
              </a:rPr>
              <a:t>The scenario</a:t>
            </a:r>
          </a:p>
        </p:txBody>
      </p:sp>
      <p:pic>
        <p:nvPicPr>
          <p:cNvPr id="4" name="Picture 3" descr="v18_render.png"/>
          <p:cNvPicPr>
            <a:picLocks noChangeAspect="1"/>
          </p:cNvPicPr>
          <p:nvPr/>
        </p:nvPicPr>
        <p:blipFill>
          <a:blip r:embed="rId3"/>
          <a:stretch>
            <a:fillRect/>
          </a:stretch>
        </p:blipFill>
        <p:spPr>
          <a:xfrm>
            <a:off x="719328" y="2520695"/>
            <a:ext cx="13655040" cy="9387840"/>
          </a:xfrm>
          <a:prstGeom prst="rect">
            <a:avLst/>
          </a:prstGeom>
        </p:spPr>
      </p:pic>
      <p:sp>
        <p:nvSpPr>
          <p:cNvPr id="5" name="TextBox 4"/>
          <p:cNvSpPr txBox="1"/>
          <p:nvPr/>
        </p:nvSpPr>
        <p:spPr>
          <a:xfrm>
            <a:off x="14910816" y="2221992"/>
            <a:ext cx="8753856" cy="1234735"/>
          </a:xfrm>
          <a:prstGeom prst="rect">
            <a:avLst/>
          </a:prstGeom>
          <a:noFill/>
        </p:spPr>
        <p:txBody>
          <a:bodyPr wrap="square" lIns="0" tIns="0" rIns="0" bIns="0" anchor="t">
            <a:spAutoFit/>
          </a:bodyPr>
          <a:lstStyle/>
          <a:p>
            <a:pPr algn="l"/>
            <a:r>
              <a:rPr sz="2800" b="1" i="0">
                <a:solidFill>
                  <a:srgbClr val="2E74B5"/>
                </a:solidFill>
                <a:latin typeface="AvenirNext-DemiBold"/>
              </a:rPr>
              <a:t>The aircraft</a:t>
            </a:r>
          </a:p>
        </p:txBody>
      </p:sp>
      <p:sp>
        <p:nvSpPr>
          <p:cNvPr id="6" name="TextBox 5"/>
          <p:cNvSpPr txBox="1"/>
          <p:nvPr/>
        </p:nvSpPr>
        <p:spPr>
          <a:xfrm>
            <a:off x="14910816" y="3456727"/>
            <a:ext cx="4026774" cy="1073683"/>
          </a:xfrm>
          <a:prstGeom prst="rect">
            <a:avLst/>
          </a:prstGeom>
          <a:noFill/>
        </p:spPr>
        <p:txBody>
          <a:bodyPr wrap="square" lIns="0" tIns="0" rIns="0" bIns="0" anchor="t">
            <a:spAutoFit/>
          </a:bodyPr>
          <a:lstStyle/>
          <a:p>
            <a:pPr algn="l"/>
            <a:r>
              <a:rPr sz="2600" b="1" i="0">
                <a:solidFill>
                  <a:srgbClr val="5E5E5E"/>
                </a:solidFill>
                <a:latin typeface="AvenirNext-DemiBold"/>
              </a:rPr>
              <a:t>Model</a:t>
            </a:r>
          </a:p>
        </p:txBody>
      </p:sp>
      <p:sp>
        <p:nvSpPr>
          <p:cNvPr id="7" name="TextBox 6"/>
          <p:cNvSpPr txBox="1"/>
          <p:nvPr/>
        </p:nvSpPr>
        <p:spPr>
          <a:xfrm>
            <a:off x="18937590" y="3456727"/>
            <a:ext cx="4727082" cy="1073683"/>
          </a:xfrm>
          <a:prstGeom prst="rect">
            <a:avLst/>
          </a:prstGeom>
          <a:noFill/>
        </p:spPr>
        <p:txBody>
          <a:bodyPr wrap="square" lIns="0" tIns="0" rIns="0" bIns="0" anchor="t">
            <a:spAutoFit/>
          </a:bodyPr>
          <a:lstStyle/>
          <a:p>
            <a:pPr algn="l"/>
            <a:r>
              <a:rPr sz="2600" b="0" i="0">
                <a:solidFill>
                  <a:srgbClr val="000000"/>
                </a:solidFill>
                <a:latin typeface="Avenir Next Medium"/>
              </a:rPr>
              <a:t>DJI Matrice 4E</a:t>
            </a:r>
          </a:p>
        </p:txBody>
      </p:sp>
      <p:sp>
        <p:nvSpPr>
          <p:cNvPr id="8" name="TextBox 7"/>
          <p:cNvSpPr txBox="1"/>
          <p:nvPr/>
        </p:nvSpPr>
        <p:spPr>
          <a:xfrm>
            <a:off x="14910816" y="4530410"/>
            <a:ext cx="4026774" cy="1073683"/>
          </a:xfrm>
          <a:prstGeom prst="rect">
            <a:avLst/>
          </a:prstGeom>
          <a:noFill/>
        </p:spPr>
        <p:txBody>
          <a:bodyPr wrap="square" lIns="0" tIns="0" rIns="0" bIns="0" anchor="t">
            <a:spAutoFit/>
          </a:bodyPr>
          <a:lstStyle/>
          <a:p>
            <a:pPr algn="l"/>
            <a:r>
              <a:rPr sz="2600" b="1" i="0">
                <a:solidFill>
                  <a:srgbClr val="5E5E5E"/>
                </a:solidFill>
                <a:latin typeface="AvenirNext-DemiBold"/>
              </a:rPr>
              <a:t>Propeller</a:t>
            </a:r>
          </a:p>
        </p:txBody>
      </p:sp>
      <p:sp>
        <p:nvSpPr>
          <p:cNvPr id="9" name="TextBox 8"/>
          <p:cNvSpPr txBox="1"/>
          <p:nvPr/>
        </p:nvSpPr>
        <p:spPr>
          <a:xfrm>
            <a:off x="18937590" y="4530410"/>
            <a:ext cx="4727082" cy="1073683"/>
          </a:xfrm>
          <a:prstGeom prst="rect">
            <a:avLst/>
          </a:prstGeom>
          <a:noFill/>
        </p:spPr>
        <p:txBody>
          <a:bodyPr wrap="square" lIns="0" tIns="0" rIns="0" bIns="0" anchor="t">
            <a:spAutoFit/>
          </a:bodyPr>
          <a:lstStyle/>
          <a:p>
            <a:pPr algn="l"/>
            <a:r>
              <a:rPr sz="2600" b="0" i="0">
                <a:solidFill>
                  <a:srgbClr val="000000"/>
                </a:solidFill>
                <a:latin typeface="Avenir Next Medium"/>
              </a:rPr>
              <a:t>274 mm, 2 blades</a:t>
            </a:r>
          </a:p>
        </p:txBody>
      </p:sp>
      <p:sp>
        <p:nvSpPr>
          <p:cNvPr id="10" name="TextBox 9"/>
          <p:cNvSpPr txBox="1"/>
          <p:nvPr/>
        </p:nvSpPr>
        <p:spPr>
          <a:xfrm>
            <a:off x="14910816" y="5604092"/>
            <a:ext cx="8753856" cy="1234735"/>
          </a:xfrm>
          <a:prstGeom prst="rect">
            <a:avLst/>
          </a:prstGeom>
          <a:noFill/>
        </p:spPr>
        <p:txBody>
          <a:bodyPr wrap="square" lIns="0" tIns="0" rIns="0" bIns="0" anchor="t">
            <a:spAutoFit/>
          </a:bodyPr>
          <a:lstStyle/>
          <a:p>
            <a:pPr algn="l"/>
            <a:r>
              <a:rPr sz="2800" b="1" i="0">
                <a:solidFill>
                  <a:srgbClr val="2E74B5"/>
                </a:solidFill>
                <a:latin typeface="AvenirNext-DemiBold"/>
              </a:rPr>
              <a:t>Rotor speeds</a:t>
            </a:r>
          </a:p>
        </p:txBody>
      </p:sp>
      <p:sp>
        <p:nvSpPr>
          <p:cNvPr id="11" name="TextBox 10"/>
          <p:cNvSpPr txBox="1"/>
          <p:nvPr/>
        </p:nvSpPr>
        <p:spPr>
          <a:xfrm>
            <a:off x="14910816" y="6838827"/>
            <a:ext cx="4026774" cy="1073683"/>
          </a:xfrm>
          <a:prstGeom prst="rect">
            <a:avLst/>
          </a:prstGeom>
          <a:noFill/>
        </p:spPr>
        <p:txBody>
          <a:bodyPr wrap="square" lIns="0" tIns="0" rIns="0" bIns="0" anchor="t">
            <a:spAutoFit/>
          </a:bodyPr>
          <a:lstStyle/>
          <a:p>
            <a:pPr algn="l"/>
            <a:r>
              <a:rPr sz="2600" b="1" i="0">
                <a:solidFill>
                  <a:srgbClr val="5E5E5E"/>
                </a:solidFill>
                <a:latin typeface="AvenirNext-DemiBold"/>
              </a:rPr>
              <a:t>Rotor 1</a:t>
            </a:r>
          </a:p>
        </p:txBody>
      </p:sp>
      <p:sp>
        <p:nvSpPr>
          <p:cNvPr id="12" name="TextBox 11"/>
          <p:cNvSpPr txBox="1"/>
          <p:nvPr/>
        </p:nvSpPr>
        <p:spPr>
          <a:xfrm>
            <a:off x="18937590" y="6838827"/>
            <a:ext cx="4727082" cy="1073683"/>
          </a:xfrm>
          <a:prstGeom prst="rect">
            <a:avLst/>
          </a:prstGeom>
          <a:noFill/>
        </p:spPr>
        <p:txBody>
          <a:bodyPr wrap="square" lIns="0" tIns="0" rIns="0" bIns="0" anchor="t">
            <a:spAutoFit/>
          </a:bodyPr>
          <a:lstStyle/>
          <a:p>
            <a:pPr algn="l"/>
            <a:r>
              <a:rPr sz="2600" b="0" i="0">
                <a:solidFill>
                  <a:srgbClr val="000000"/>
                </a:solidFill>
                <a:latin typeface="Avenir Next Medium"/>
              </a:rPr>
              <a:t>3808.4 rpm</a:t>
            </a:r>
          </a:p>
        </p:txBody>
      </p:sp>
      <p:sp>
        <p:nvSpPr>
          <p:cNvPr id="13" name="TextBox 12"/>
          <p:cNvSpPr txBox="1"/>
          <p:nvPr/>
        </p:nvSpPr>
        <p:spPr>
          <a:xfrm>
            <a:off x="14910816" y="7912510"/>
            <a:ext cx="4026774" cy="1073683"/>
          </a:xfrm>
          <a:prstGeom prst="rect">
            <a:avLst/>
          </a:prstGeom>
          <a:noFill/>
        </p:spPr>
        <p:txBody>
          <a:bodyPr wrap="square" lIns="0" tIns="0" rIns="0" bIns="0" anchor="t">
            <a:spAutoFit/>
          </a:bodyPr>
          <a:lstStyle/>
          <a:p>
            <a:pPr algn="l"/>
            <a:r>
              <a:rPr sz="2600" b="1" i="0">
                <a:solidFill>
                  <a:srgbClr val="5E5E5E"/>
                </a:solidFill>
                <a:latin typeface="AvenirNext-DemiBold"/>
              </a:rPr>
              <a:t>Rotor 2</a:t>
            </a:r>
          </a:p>
        </p:txBody>
      </p:sp>
      <p:sp>
        <p:nvSpPr>
          <p:cNvPr id="14" name="TextBox 13"/>
          <p:cNvSpPr txBox="1"/>
          <p:nvPr/>
        </p:nvSpPr>
        <p:spPr>
          <a:xfrm>
            <a:off x="18937590" y="7912510"/>
            <a:ext cx="4727082" cy="1073683"/>
          </a:xfrm>
          <a:prstGeom prst="rect">
            <a:avLst/>
          </a:prstGeom>
          <a:noFill/>
        </p:spPr>
        <p:txBody>
          <a:bodyPr wrap="square" lIns="0" tIns="0" rIns="0" bIns="0" anchor="t">
            <a:spAutoFit/>
          </a:bodyPr>
          <a:lstStyle/>
          <a:p>
            <a:pPr algn="l"/>
            <a:r>
              <a:rPr sz="2600" b="0" i="0">
                <a:solidFill>
                  <a:srgbClr val="000000"/>
                </a:solidFill>
                <a:latin typeface="Avenir Next Medium"/>
              </a:rPr>
              <a:t>3791.6 rpm</a:t>
            </a:r>
          </a:p>
        </p:txBody>
      </p:sp>
      <p:sp>
        <p:nvSpPr>
          <p:cNvPr id="15" name="TextBox 14"/>
          <p:cNvSpPr txBox="1"/>
          <p:nvPr/>
        </p:nvSpPr>
        <p:spPr>
          <a:xfrm>
            <a:off x="14910816" y="8986192"/>
            <a:ext cx="4026774" cy="1073683"/>
          </a:xfrm>
          <a:prstGeom prst="rect">
            <a:avLst/>
          </a:prstGeom>
          <a:noFill/>
        </p:spPr>
        <p:txBody>
          <a:bodyPr wrap="square" lIns="0" tIns="0" rIns="0" bIns="0" anchor="t">
            <a:spAutoFit/>
          </a:bodyPr>
          <a:lstStyle/>
          <a:p>
            <a:pPr algn="l"/>
            <a:r>
              <a:rPr sz="2600" b="1" i="0">
                <a:solidFill>
                  <a:srgbClr val="5E5E5E"/>
                </a:solidFill>
                <a:latin typeface="AvenirNext-DemiBold"/>
              </a:rPr>
              <a:t>Rotor 3</a:t>
            </a:r>
          </a:p>
        </p:txBody>
      </p:sp>
      <p:sp>
        <p:nvSpPr>
          <p:cNvPr id="16" name="TextBox 15"/>
          <p:cNvSpPr txBox="1"/>
          <p:nvPr/>
        </p:nvSpPr>
        <p:spPr>
          <a:xfrm>
            <a:off x="18937590" y="8986192"/>
            <a:ext cx="4727082" cy="1073683"/>
          </a:xfrm>
          <a:prstGeom prst="rect">
            <a:avLst/>
          </a:prstGeom>
          <a:noFill/>
        </p:spPr>
        <p:txBody>
          <a:bodyPr wrap="square" lIns="0" tIns="0" rIns="0" bIns="0" anchor="t">
            <a:spAutoFit/>
          </a:bodyPr>
          <a:lstStyle/>
          <a:p>
            <a:pPr algn="l"/>
            <a:r>
              <a:rPr sz="2600" b="0" i="0">
                <a:solidFill>
                  <a:srgbClr val="000000"/>
                </a:solidFill>
                <a:latin typeface="Avenir Next Medium"/>
              </a:rPr>
              <a:t>3795.4 rpm</a:t>
            </a:r>
          </a:p>
        </p:txBody>
      </p:sp>
      <p:sp>
        <p:nvSpPr>
          <p:cNvPr id="17" name="TextBox 16"/>
          <p:cNvSpPr txBox="1"/>
          <p:nvPr/>
        </p:nvSpPr>
        <p:spPr>
          <a:xfrm>
            <a:off x="14910816" y="10059875"/>
            <a:ext cx="4026774" cy="1073683"/>
          </a:xfrm>
          <a:prstGeom prst="rect">
            <a:avLst/>
          </a:prstGeom>
          <a:noFill/>
        </p:spPr>
        <p:txBody>
          <a:bodyPr wrap="square" lIns="0" tIns="0" rIns="0" bIns="0" anchor="t">
            <a:spAutoFit/>
          </a:bodyPr>
          <a:lstStyle/>
          <a:p>
            <a:pPr algn="l"/>
            <a:r>
              <a:rPr sz="2600" b="1" i="0">
                <a:solidFill>
                  <a:srgbClr val="5E5E5E"/>
                </a:solidFill>
                <a:latin typeface="AvenirNext-DemiBold"/>
              </a:rPr>
              <a:t>Rotor 4</a:t>
            </a:r>
          </a:p>
        </p:txBody>
      </p:sp>
      <p:sp>
        <p:nvSpPr>
          <p:cNvPr id="18" name="TextBox 17"/>
          <p:cNvSpPr txBox="1"/>
          <p:nvPr/>
        </p:nvSpPr>
        <p:spPr>
          <a:xfrm>
            <a:off x="18937590" y="10059875"/>
            <a:ext cx="4727082" cy="1073683"/>
          </a:xfrm>
          <a:prstGeom prst="rect">
            <a:avLst/>
          </a:prstGeom>
          <a:noFill/>
        </p:spPr>
        <p:txBody>
          <a:bodyPr wrap="square" lIns="0" tIns="0" rIns="0" bIns="0" anchor="t">
            <a:spAutoFit/>
          </a:bodyPr>
          <a:lstStyle/>
          <a:p>
            <a:pPr algn="l"/>
            <a:r>
              <a:rPr sz="2600" b="0" i="0">
                <a:solidFill>
                  <a:srgbClr val="000000"/>
                </a:solidFill>
                <a:latin typeface="Avenir Next Medium"/>
              </a:rPr>
              <a:t>3804.6 rpm</a:t>
            </a:r>
          </a:p>
        </p:txBody>
      </p:sp>
      <p:sp>
        <p:nvSpPr>
          <p:cNvPr id="19" name="TextBox 18"/>
          <p:cNvSpPr txBox="1"/>
          <p:nvPr/>
        </p:nvSpPr>
        <p:spPr>
          <a:xfrm>
            <a:off x="14910816" y="11133557"/>
            <a:ext cx="4026774" cy="1073683"/>
          </a:xfrm>
          <a:prstGeom prst="rect">
            <a:avLst/>
          </a:prstGeom>
          <a:noFill/>
        </p:spPr>
        <p:txBody>
          <a:bodyPr wrap="square" lIns="0" tIns="0" rIns="0" bIns="0" anchor="t">
            <a:spAutoFit/>
          </a:bodyPr>
          <a:lstStyle/>
          <a:p>
            <a:pPr algn="l"/>
            <a:r>
              <a:rPr sz="2600" b="1" i="0">
                <a:solidFill>
                  <a:srgbClr val="5E5E5E"/>
                </a:solidFill>
                <a:latin typeface="AvenirNext-DemiBold"/>
              </a:rPr>
              <a:t>Spread</a:t>
            </a:r>
          </a:p>
        </p:txBody>
      </p:sp>
      <p:sp>
        <p:nvSpPr>
          <p:cNvPr id="20" name="TextBox 19"/>
          <p:cNvSpPr txBox="1"/>
          <p:nvPr/>
        </p:nvSpPr>
        <p:spPr>
          <a:xfrm>
            <a:off x="18937590" y="11133557"/>
            <a:ext cx="4727082" cy="1073683"/>
          </a:xfrm>
          <a:prstGeom prst="rect">
            <a:avLst/>
          </a:prstGeom>
          <a:noFill/>
        </p:spPr>
        <p:txBody>
          <a:bodyPr wrap="square" lIns="0" tIns="0" rIns="0" bIns="0" anchor="t">
            <a:spAutoFit/>
          </a:bodyPr>
          <a:lstStyle/>
          <a:p>
            <a:pPr algn="l"/>
            <a:r>
              <a:rPr sz="2600" b="0" i="0">
                <a:solidFill>
                  <a:srgbClr val="000000"/>
                </a:solidFill>
                <a:latin typeface="Avenir Next Medium"/>
              </a:rPr>
              <a:t>0.22 %, from Jihyuck prior work</a:t>
            </a:r>
          </a:p>
        </p:txBody>
      </p:sp>
      <p:sp>
        <p:nvSpPr>
          <p:cNvPr id="21" name="슬라이드 번호 개체 틀 20">
            <a:extLst>
              <a:ext uri="{FF2B5EF4-FFF2-40B4-BE49-F238E27FC236}">
                <a16:creationId xmlns:a16="http://schemas.microsoft.com/office/drawing/2014/main" id="{90A93C02-9246-1B6D-053A-362DE593B6A1}"/>
              </a:ext>
            </a:extLst>
          </p:cNvPr>
          <p:cNvSpPr>
            <a:spLocks noGrp="1"/>
          </p:cNvSpPr>
          <p:nvPr>
            <p:ph type="sldNum" sz="quarter" idx="2"/>
          </p:nvPr>
        </p:nvSpPr>
        <p:spPr/>
        <p:txBody>
          <a:bodyPr/>
          <a:lstStyle/>
          <a:p>
            <a:fld id="{86CB4B4D-7CA3-9044-876B-883B54F8677D}" type="slidenum">
              <a:rPr lang="en-US" altLang="ko-KR" smtClean="0"/>
              <a:t>3</a:t>
            </a:fld>
            <a:r>
              <a:rPr lang="en-US" altLang="ko-KR"/>
              <a:t>/11</a:t>
            </a:r>
            <a:endParaRPr lang="ko-KR" alt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719328" y="449885"/>
            <a:ext cx="20999501" cy="599389"/>
          </a:xfrm>
          <a:prstGeom prst="rect">
            <a:avLst/>
          </a:prstGeom>
          <a:noFill/>
        </p:spPr>
        <p:txBody>
          <a:bodyPr wrap="square" lIns="0" tIns="0" rIns="0" bIns="0" anchor="t">
            <a:spAutoFit/>
          </a:bodyPr>
          <a:lstStyle/>
          <a:p>
            <a:pPr algn="l"/>
            <a:r>
              <a:rPr sz="2900" b="1" i="0">
                <a:solidFill>
                  <a:srgbClr val="2E74B5"/>
                </a:solidFill>
                <a:latin typeface="AvenirNext-DemiBold"/>
              </a:rPr>
              <a:t>THE TWO ENGINES</a:t>
            </a:r>
          </a:p>
        </p:txBody>
      </p:sp>
      <p:sp>
        <p:nvSpPr>
          <p:cNvPr id="3" name="TextBox 2"/>
          <p:cNvSpPr txBox="1"/>
          <p:nvPr/>
        </p:nvSpPr>
        <p:spPr>
          <a:xfrm>
            <a:off x="699821" y="1039673"/>
            <a:ext cx="22979482" cy="1075944"/>
          </a:xfrm>
          <a:prstGeom prst="rect">
            <a:avLst/>
          </a:prstGeom>
          <a:noFill/>
        </p:spPr>
        <p:txBody>
          <a:bodyPr wrap="square" lIns="0" tIns="0" rIns="0" bIns="0" anchor="t">
            <a:spAutoFit/>
          </a:bodyPr>
          <a:lstStyle/>
          <a:p>
            <a:pPr algn="l"/>
            <a:r>
              <a:rPr sz="5800" b="1" i="0">
                <a:solidFill>
                  <a:srgbClr val="000000"/>
                </a:solidFill>
                <a:latin typeface="AvenirNext-DemiBold"/>
              </a:rPr>
              <a:t>How each engine lights the target</a:t>
            </a:r>
          </a:p>
        </p:txBody>
      </p:sp>
      <p:pic>
        <p:nvPicPr>
          <p:cNvPr id="4" name="Picture 3" descr="v18_concept.png"/>
          <p:cNvPicPr>
            <a:picLocks noChangeAspect="1"/>
          </p:cNvPicPr>
          <p:nvPr/>
        </p:nvPicPr>
        <p:blipFill>
          <a:blip r:embed="rId3"/>
          <a:stretch>
            <a:fillRect/>
          </a:stretch>
        </p:blipFill>
        <p:spPr>
          <a:xfrm>
            <a:off x="978802" y="2221992"/>
            <a:ext cx="22426394" cy="9985248"/>
          </a:xfrm>
          <a:prstGeom prst="rect">
            <a:avLst/>
          </a:prstGeom>
        </p:spPr>
      </p:pic>
      <p:sp>
        <p:nvSpPr>
          <p:cNvPr id="5" name="슬라이드 번호 개체 틀 4">
            <a:extLst>
              <a:ext uri="{FF2B5EF4-FFF2-40B4-BE49-F238E27FC236}">
                <a16:creationId xmlns:a16="http://schemas.microsoft.com/office/drawing/2014/main" id="{1501C3EC-E761-581F-DCE7-10B098978565}"/>
              </a:ext>
            </a:extLst>
          </p:cNvPr>
          <p:cNvSpPr>
            <a:spLocks noGrp="1"/>
          </p:cNvSpPr>
          <p:nvPr>
            <p:ph type="sldNum" sz="quarter" idx="2"/>
          </p:nvPr>
        </p:nvSpPr>
        <p:spPr/>
        <p:txBody>
          <a:bodyPr/>
          <a:lstStyle/>
          <a:p>
            <a:fld id="{86CB4B4D-7CA3-9044-876B-883B54F8677D}" type="slidenum">
              <a:rPr lang="en-US" altLang="ko-KR" smtClean="0"/>
              <a:t>4</a:t>
            </a:fld>
            <a:r>
              <a:rPr lang="en-US" altLang="ko-KR"/>
              <a:t>/11</a:t>
            </a:r>
            <a:endParaRPr lang="ko-KR" alt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9" name="그림 18">
            <a:extLst>
              <a:ext uri="{FF2B5EF4-FFF2-40B4-BE49-F238E27FC236}">
                <a16:creationId xmlns:a16="http://schemas.microsoft.com/office/drawing/2014/main" id="{D007FACB-A1CC-09CD-04BE-DB3675F9D812}"/>
              </a:ext>
            </a:extLst>
          </p:cNvPr>
          <p:cNvPicPr>
            <a:picLocks noChangeAspect="1"/>
          </p:cNvPicPr>
          <p:nvPr/>
        </p:nvPicPr>
        <p:blipFill>
          <a:blip r:embed="rId3"/>
          <a:srcRect l="5239" t="21261" r="45471" b="10771"/>
          <a:stretch>
            <a:fillRect/>
          </a:stretch>
        </p:blipFill>
        <p:spPr>
          <a:xfrm>
            <a:off x="11825361" y="125402"/>
            <a:ext cx="6479628" cy="3779123"/>
          </a:xfrm>
          <a:prstGeom prst="rect">
            <a:avLst/>
          </a:prstGeom>
        </p:spPr>
      </p:pic>
      <p:sp>
        <p:nvSpPr>
          <p:cNvPr id="2" name="TextBox 1"/>
          <p:cNvSpPr txBox="1"/>
          <p:nvPr/>
        </p:nvSpPr>
        <p:spPr>
          <a:xfrm>
            <a:off x="719328" y="449885"/>
            <a:ext cx="20999501" cy="599389"/>
          </a:xfrm>
          <a:prstGeom prst="rect">
            <a:avLst/>
          </a:prstGeom>
          <a:noFill/>
        </p:spPr>
        <p:txBody>
          <a:bodyPr wrap="square" lIns="0" tIns="0" rIns="0" bIns="0" anchor="t">
            <a:spAutoFit/>
          </a:bodyPr>
          <a:lstStyle/>
          <a:p>
            <a:pPr algn="l"/>
            <a:r>
              <a:rPr sz="2900" b="1" i="0">
                <a:solidFill>
                  <a:srgbClr val="2E74B5"/>
                </a:solidFill>
                <a:latin typeface="AvenirNext-DemiBold"/>
              </a:rPr>
              <a:t>RESULT ONE</a:t>
            </a:r>
          </a:p>
        </p:txBody>
      </p:sp>
      <p:sp>
        <p:nvSpPr>
          <p:cNvPr id="3" name="TextBox 2"/>
          <p:cNvSpPr txBox="1"/>
          <p:nvPr/>
        </p:nvSpPr>
        <p:spPr>
          <a:xfrm>
            <a:off x="699821" y="1039673"/>
            <a:ext cx="7498248" cy="825611"/>
          </a:xfrm>
          <a:prstGeom prst="rect">
            <a:avLst/>
          </a:prstGeom>
          <a:noFill/>
        </p:spPr>
        <p:txBody>
          <a:bodyPr wrap="square" lIns="0" tIns="0" rIns="0" bIns="0" anchor="t">
            <a:spAutoFit/>
          </a:bodyPr>
          <a:lstStyle/>
          <a:p>
            <a:pPr algn="l"/>
            <a:r>
              <a:rPr sz="5800" b="1" i="0" dirty="0">
                <a:solidFill>
                  <a:srgbClr val="000000"/>
                </a:solidFill>
                <a:latin typeface="AvenirNext-DemiBold"/>
              </a:rPr>
              <a:t>Three </a:t>
            </a:r>
            <a:r>
              <a:rPr sz="5800" b="1" i="0" dirty="0" err="1">
                <a:solidFill>
                  <a:srgbClr val="000000"/>
                </a:solidFill>
                <a:latin typeface="AvenirNext-DemiBold"/>
              </a:rPr>
              <a:t>metres</a:t>
            </a:r>
            <a:endParaRPr sz="5800" b="1" i="0" dirty="0">
              <a:solidFill>
                <a:srgbClr val="000000"/>
              </a:solidFill>
              <a:latin typeface="AvenirNext-DemiBold"/>
            </a:endParaRPr>
          </a:p>
        </p:txBody>
      </p:sp>
      <p:pic>
        <p:nvPicPr>
          <p:cNvPr id="4" name="Picture 3" descr="v18_r1.png"/>
          <p:cNvPicPr>
            <a:picLocks noChangeAspect="1"/>
          </p:cNvPicPr>
          <p:nvPr/>
        </p:nvPicPr>
        <p:blipFill>
          <a:blip r:embed="rId4"/>
          <a:srcRect b="12804"/>
          <a:stretch>
            <a:fillRect/>
          </a:stretch>
        </p:blipFill>
        <p:spPr>
          <a:xfrm>
            <a:off x="268068" y="3719095"/>
            <a:ext cx="16053279" cy="7351954"/>
          </a:xfrm>
          <a:prstGeom prst="rect">
            <a:avLst/>
          </a:prstGeom>
        </p:spPr>
      </p:pic>
      <p:sp>
        <p:nvSpPr>
          <p:cNvPr id="5" name="TextBox 4"/>
          <p:cNvSpPr txBox="1"/>
          <p:nvPr/>
        </p:nvSpPr>
        <p:spPr>
          <a:xfrm>
            <a:off x="18110947" y="3914844"/>
            <a:ext cx="3673693" cy="512448"/>
          </a:xfrm>
          <a:prstGeom prst="rect">
            <a:avLst/>
          </a:prstGeom>
          <a:noFill/>
        </p:spPr>
        <p:txBody>
          <a:bodyPr wrap="square" lIns="0" tIns="0" rIns="0" bIns="0" anchor="t">
            <a:spAutoFit/>
          </a:bodyPr>
          <a:lstStyle/>
          <a:p>
            <a:pPr algn="ctr"/>
            <a:r>
              <a:rPr sz="3600" b="1" i="0" dirty="0">
                <a:solidFill>
                  <a:srgbClr val="2E74B5"/>
                </a:solidFill>
                <a:latin typeface="AvenirNext-DemiBold"/>
              </a:rPr>
              <a:t>STFT</a:t>
            </a:r>
            <a:r>
              <a:rPr lang="en-US" sz="3600" b="1" dirty="0">
                <a:solidFill>
                  <a:srgbClr val="2E74B5"/>
                </a:solidFill>
                <a:latin typeface="AvenirNext-DemiBold"/>
              </a:rPr>
              <a:t> Parameters</a:t>
            </a:r>
            <a:endParaRPr sz="3600" b="1" i="0" dirty="0">
              <a:solidFill>
                <a:srgbClr val="2E74B5"/>
              </a:solidFill>
              <a:latin typeface="AvenirNext-DemiBold"/>
            </a:endParaRPr>
          </a:p>
        </p:txBody>
      </p:sp>
      <p:sp>
        <p:nvSpPr>
          <p:cNvPr id="6" name="TextBox 5"/>
          <p:cNvSpPr txBox="1"/>
          <p:nvPr/>
        </p:nvSpPr>
        <p:spPr>
          <a:xfrm>
            <a:off x="16861536" y="4988988"/>
            <a:ext cx="3129443" cy="455509"/>
          </a:xfrm>
          <a:prstGeom prst="rect">
            <a:avLst/>
          </a:prstGeom>
          <a:noFill/>
        </p:spPr>
        <p:txBody>
          <a:bodyPr wrap="square" lIns="0" tIns="0" rIns="0" bIns="0" anchor="t">
            <a:spAutoFit/>
          </a:bodyPr>
          <a:lstStyle/>
          <a:p>
            <a:pPr algn="l"/>
            <a:r>
              <a:rPr sz="3200" b="1" i="0">
                <a:solidFill>
                  <a:srgbClr val="5E5E5E"/>
                </a:solidFill>
                <a:latin typeface="AvenirNext-DemiBold"/>
              </a:rPr>
              <a:t>Window</a:t>
            </a:r>
          </a:p>
        </p:txBody>
      </p:sp>
      <p:sp>
        <p:nvSpPr>
          <p:cNvPr id="7" name="TextBox 6"/>
          <p:cNvSpPr txBox="1"/>
          <p:nvPr/>
        </p:nvSpPr>
        <p:spPr>
          <a:xfrm>
            <a:off x="19990979" y="4988988"/>
            <a:ext cx="3673693" cy="455509"/>
          </a:xfrm>
          <a:prstGeom prst="rect">
            <a:avLst/>
          </a:prstGeom>
          <a:noFill/>
        </p:spPr>
        <p:txBody>
          <a:bodyPr wrap="square" lIns="0" tIns="0" rIns="0" bIns="0" anchor="t">
            <a:spAutoFit/>
          </a:bodyPr>
          <a:lstStyle/>
          <a:p>
            <a:pPr algn="l"/>
            <a:r>
              <a:rPr sz="3200" b="1" i="0" dirty="0">
                <a:solidFill>
                  <a:srgbClr val="000000"/>
                </a:solidFill>
                <a:latin typeface="Avenir Next Medium"/>
              </a:rPr>
              <a:t>Hann, 70 samples</a:t>
            </a:r>
          </a:p>
        </p:txBody>
      </p:sp>
      <p:sp>
        <p:nvSpPr>
          <p:cNvPr id="8" name="TextBox 7"/>
          <p:cNvSpPr txBox="1"/>
          <p:nvPr/>
        </p:nvSpPr>
        <p:spPr>
          <a:xfrm>
            <a:off x="16861536" y="7395072"/>
            <a:ext cx="3129443" cy="455509"/>
          </a:xfrm>
          <a:prstGeom prst="rect">
            <a:avLst/>
          </a:prstGeom>
          <a:noFill/>
        </p:spPr>
        <p:txBody>
          <a:bodyPr wrap="square" lIns="0" tIns="0" rIns="0" bIns="0" anchor="t">
            <a:spAutoFit/>
          </a:bodyPr>
          <a:lstStyle/>
          <a:p>
            <a:pPr algn="l"/>
            <a:r>
              <a:rPr sz="3200" b="1" i="0">
                <a:solidFill>
                  <a:srgbClr val="5E5E5E"/>
                </a:solidFill>
                <a:latin typeface="AvenirNext-DemiBold"/>
              </a:rPr>
              <a:t>Hop size</a:t>
            </a:r>
          </a:p>
        </p:txBody>
      </p:sp>
      <p:sp>
        <p:nvSpPr>
          <p:cNvPr id="9" name="TextBox 8"/>
          <p:cNvSpPr txBox="1"/>
          <p:nvPr/>
        </p:nvSpPr>
        <p:spPr>
          <a:xfrm>
            <a:off x="19990979" y="7395072"/>
            <a:ext cx="3673693" cy="455509"/>
          </a:xfrm>
          <a:prstGeom prst="rect">
            <a:avLst/>
          </a:prstGeom>
          <a:noFill/>
        </p:spPr>
        <p:txBody>
          <a:bodyPr wrap="square" lIns="0" tIns="0" rIns="0" bIns="0" anchor="t">
            <a:spAutoFit/>
          </a:bodyPr>
          <a:lstStyle/>
          <a:p>
            <a:pPr algn="l"/>
            <a:r>
              <a:rPr sz="3200" b="1" i="0" dirty="0">
                <a:solidFill>
                  <a:srgbClr val="000000"/>
                </a:solidFill>
                <a:latin typeface="Avenir Next Medium"/>
              </a:rPr>
              <a:t>2 samples</a:t>
            </a:r>
          </a:p>
        </p:txBody>
      </p:sp>
      <p:sp>
        <p:nvSpPr>
          <p:cNvPr id="10" name="TextBox 9"/>
          <p:cNvSpPr txBox="1"/>
          <p:nvPr/>
        </p:nvSpPr>
        <p:spPr>
          <a:xfrm>
            <a:off x="16861536" y="9801156"/>
            <a:ext cx="3129443" cy="455509"/>
          </a:xfrm>
          <a:prstGeom prst="rect">
            <a:avLst/>
          </a:prstGeom>
          <a:noFill/>
        </p:spPr>
        <p:txBody>
          <a:bodyPr wrap="square" lIns="0" tIns="0" rIns="0" bIns="0" anchor="t">
            <a:spAutoFit/>
          </a:bodyPr>
          <a:lstStyle/>
          <a:p>
            <a:pPr algn="l"/>
            <a:r>
              <a:rPr sz="3200" b="1" i="0">
                <a:solidFill>
                  <a:srgbClr val="5E5E5E"/>
                </a:solidFill>
                <a:latin typeface="AvenirNext-DemiBold"/>
              </a:rPr>
              <a:t>FFT size</a:t>
            </a:r>
          </a:p>
        </p:txBody>
      </p:sp>
      <p:sp>
        <p:nvSpPr>
          <p:cNvPr id="11" name="TextBox 10"/>
          <p:cNvSpPr txBox="1"/>
          <p:nvPr/>
        </p:nvSpPr>
        <p:spPr>
          <a:xfrm>
            <a:off x="19990979" y="9801156"/>
            <a:ext cx="3673693" cy="455509"/>
          </a:xfrm>
          <a:prstGeom prst="rect">
            <a:avLst/>
          </a:prstGeom>
          <a:noFill/>
        </p:spPr>
        <p:txBody>
          <a:bodyPr wrap="square" lIns="0" tIns="0" rIns="0" bIns="0" anchor="t">
            <a:spAutoFit/>
          </a:bodyPr>
          <a:lstStyle/>
          <a:p>
            <a:pPr algn="l"/>
            <a:r>
              <a:rPr sz="3200" b="1" i="0">
                <a:solidFill>
                  <a:srgbClr val="000000"/>
                </a:solidFill>
                <a:latin typeface="Avenir Next Medium"/>
              </a:rPr>
              <a:t>560 points</a:t>
            </a:r>
          </a:p>
        </p:txBody>
      </p:sp>
      <p:sp>
        <p:nvSpPr>
          <p:cNvPr id="12" name="TextBox 11">
            <a:extLst>
              <a:ext uri="{FF2B5EF4-FFF2-40B4-BE49-F238E27FC236}">
                <a16:creationId xmlns:a16="http://schemas.microsoft.com/office/drawing/2014/main" id="{322CC093-C333-5308-E48A-2E40D686813D}"/>
              </a:ext>
            </a:extLst>
          </p:cNvPr>
          <p:cNvSpPr txBox="1"/>
          <p:nvPr/>
        </p:nvSpPr>
        <p:spPr>
          <a:xfrm>
            <a:off x="19990978" y="5550684"/>
            <a:ext cx="3673693" cy="455509"/>
          </a:xfrm>
          <a:prstGeom prst="rect">
            <a:avLst/>
          </a:prstGeom>
          <a:noFill/>
        </p:spPr>
        <p:txBody>
          <a:bodyPr wrap="square" lIns="0" tIns="0" rIns="0" bIns="0" anchor="t">
            <a:spAutoFit/>
          </a:bodyPr>
          <a:lstStyle/>
          <a:p>
            <a:pPr algn="l"/>
            <a:r>
              <a:rPr lang="en-US" altLang="ko-KR" sz="3200" b="1" i="0" dirty="0">
                <a:solidFill>
                  <a:srgbClr val="000000"/>
                </a:solidFill>
                <a:latin typeface="Avenir Next Medium"/>
              </a:rPr>
              <a:t>3.553 </a:t>
            </a:r>
            <a:r>
              <a:rPr lang="en-US" altLang="ko-KR" sz="3200" b="1" i="0" dirty="0" err="1">
                <a:solidFill>
                  <a:srgbClr val="000000"/>
                </a:solidFill>
                <a:latin typeface="Avenir Next Medium"/>
              </a:rPr>
              <a:t>ms</a:t>
            </a:r>
            <a:endParaRPr sz="3200" b="1" i="0" dirty="0">
              <a:solidFill>
                <a:srgbClr val="000000"/>
              </a:solidFill>
              <a:latin typeface="Avenir Next Medium"/>
            </a:endParaRPr>
          </a:p>
        </p:txBody>
      </p:sp>
      <p:sp>
        <p:nvSpPr>
          <p:cNvPr id="13" name="TextBox 12">
            <a:extLst>
              <a:ext uri="{FF2B5EF4-FFF2-40B4-BE49-F238E27FC236}">
                <a16:creationId xmlns:a16="http://schemas.microsoft.com/office/drawing/2014/main" id="{CFF5A301-0634-55B9-8BE1-529D3C41CF19}"/>
              </a:ext>
            </a:extLst>
          </p:cNvPr>
          <p:cNvSpPr txBox="1"/>
          <p:nvPr/>
        </p:nvSpPr>
        <p:spPr>
          <a:xfrm>
            <a:off x="20005610" y="7956768"/>
            <a:ext cx="3673693" cy="455509"/>
          </a:xfrm>
          <a:prstGeom prst="rect">
            <a:avLst/>
          </a:prstGeom>
          <a:noFill/>
        </p:spPr>
        <p:txBody>
          <a:bodyPr wrap="square" lIns="0" tIns="0" rIns="0" bIns="0" anchor="t">
            <a:spAutoFit/>
          </a:bodyPr>
          <a:lstStyle/>
          <a:p>
            <a:pPr algn="l"/>
            <a:r>
              <a:rPr lang="en-US" sz="3200" b="1" i="0" dirty="0">
                <a:solidFill>
                  <a:srgbClr val="000000"/>
                </a:solidFill>
                <a:latin typeface="Avenir Next Medium"/>
              </a:rPr>
              <a:t>0.101 </a:t>
            </a:r>
            <a:r>
              <a:rPr lang="en-US" sz="3200" b="1" i="0" dirty="0" err="1">
                <a:solidFill>
                  <a:srgbClr val="000000"/>
                </a:solidFill>
                <a:latin typeface="Avenir Next Medium"/>
              </a:rPr>
              <a:t>ms</a:t>
            </a:r>
            <a:endParaRPr sz="3200" b="1" i="0" dirty="0">
              <a:solidFill>
                <a:srgbClr val="000000"/>
              </a:solidFill>
              <a:latin typeface="Avenir Next Medium"/>
            </a:endParaRPr>
          </a:p>
        </p:txBody>
      </p:sp>
      <p:sp>
        <p:nvSpPr>
          <p:cNvPr id="14" name="TextBox 13">
            <a:extLst>
              <a:ext uri="{FF2B5EF4-FFF2-40B4-BE49-F238E27FC236}">
                <a16:creationId xmlns:a16="http://schemas.microsoft.com/office/drawing/2014/main" id="{A6F6515D-E3A4-EA3B-D2DE-5CA060A37D43}"/>
              </a:ext>
            </a:extLst>
          </p:cNvPr>
          <p:cNvSpPr txBox="1"/>
          <p:nvPr/>
        </p:nvSpPr>
        <p:spPr>
          <a:xfrm>
            <a:off x="910767" y="2019457"/>
            <a:ext cx="15410580" cy="512448"/>
          </a:xfrm>
          <a:prstGeom prst="rect">
            <a:avLst/>
          </a:prstGeom>
          <a:noFill/>
        </p:spPr>
        <p:txBody>
          <a:bodyPr wrap="square" lIns="0" tIns="0" rIns="0" bIns="0" anchor="t">
            <a:spAutoFit/>
          </a:bodyPr>
          <a:lstStyle/>
          <a:p>
            <a:r>
              <a:rPr lang="en-US" altLang="ko-KR" sz="3600" b="1" i="0" dirty="0">
                <a:solidFill>
                  <a:srgbClr val="2E74B5"/>
                </a:solidFill>
                <a:latin typeface="AvenirNext-DemiBold"/>
              </a:rPr>
              <a:t>3.5 GHz CW S</a:t>
            </a:r>
            <a:r>
              <a:rPr lang="en-US" altLang="ko-KR" sz="3600" b="1" dirty="0">
                <a:solidFill>
                  <a:srgbClr val="2E74B5"/>
                </a:solidFill>
                <a:latin typeface="AvenirNext-DemiBold"/>
              </a:rPr>
              <a:t>c</a:t>
            </a:r>
            <a:r>
              <a:rPr lang="en-US" altLang="ko-KR" sz="3600" b="1" i="0" dirty="0">
                <a:solidFill>
                  <a:srgbClr val="2E74B5"/>
                </a:solidFill>
                <a:latin typeface="AvenirNext-DemiBold"/>
              </a:rPr>
              <a:t>enario</a:t>
            </a:r>
            <a:endParaRPr sz="3600" b="1" i="0" dirty="0">
              <a:solidFill>
                <a:srgbClr val="2E74B5"/>
              </a:solidFill>
              <a:latin typeface="AvenirNext-DemiBold"/>
            </a:endParaRPr>
          </a:p>
        </p:txBody>
      </p:sp>
      <p:pic>
        <p:nvPicPr>
          <p:cNvPr id="18" name="그림 17">
            <a:extLst>
              <a:ext uri="{FF2B5EF4-FFF2-40B4-BE49-F238E27FC236}">
                <a16:creationId xmlns:a16="http://schemas.microsoft.com/office/drawing/2014/main" id="{6D61C216-432E-3AB1-3382-F3652798DB5F}"/>
              </a:ext>
            </a:extLst>
          </p:cNvPr>
          <p:cNvPicPr>
            <a:picLocks noChangeAspect="1"/>
          </p:cNvPicPr>
          <p:nvPr/>
        </p:nvPicPr>
        <p:blipFill>
          <a:blip r:embed="rId5"/>
          <a:stretch>
            <a:fillRect/>
          </a:stretch>
        </p:blipFill>
        <p:spPr>
          <a:xfrm>
            <a:off x="1557153" y="11492384"/>
            <a:ext cx="7772400" cy="765855"/>
          </a:xfrm>
          <a:prstGeom prst="rect">
            <a:avLst/>
          </a:prstGeom>
        </p:spPr>
      </p:pic>
      <p:sp>
        <p:nvSpPr>
          <p:cNvPr id="20" name="슬라이드 번호 개체 틀 19">
            <a:extLst>
              <a:ext uri="{FF2B5EF4-FFF2-40B4-BE49-F238E27FC236}">
                <a16:creationId xmlns:a16="http://schemas.microsoft.com/office/drawing/2014/main" id="{F8326F6B-B6E0-46E3-C53E-52FF2AFDBF0C}"/>
              </a:ext>
            </a:extLst>
          </p:cNvPr>
          <p:cNvSpPr>
            <a:spLocks noGrp="1"/>
          </p:cNvSpPr>
          <p:nvPr>
            <p:ph type="sldNum" sz="quarter" idx="2"/>
          </p:nvPr>
        </p:nvSpPr>
        <p:spPr/>
        <p:txBody>
          <a:bodyPr/>
          <a:lstStyle/>
          <a:p>
            <a:fld id="{86CB4B4D-7CA3-9044-876B-883B54F8677D}" type="slidenum">
              <a:rPr lang="en-US" altLang="ko-KR" smtClean="0"/>
              <a:t>5</a:t>
            </a:fld>
            <a:r>
              <a:rPr lang="en-US" altLang="ko-KR"/>
              <a:t>/11</a:t>
            </a:r>
            <a:endParaRPr lang="ko-KR" alt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719328" y="449885"/>
            <a:ext cx="20999501" cy="599389"/>
          </a:xfrm>
          <a:prstGeom prst="rect">
            <a:avLst/>
          </a:prstGeom>
          <a:noFill/>
        </p:spPr>
        <p:txBody>
          <a:bodyPr wrap="square" lIns="0" tIns="0" rIns="0" bIns="0" anchor="t">
            <a:spAutoFit/>
          </a:bodyPr>
          <a:lstStyle/>
          <a:p>
            <a:pPr algn="l"/>
            <a:r>
              <a:rPr sz="2900" b="1" i="0">
                <a:solidFill>
                  <a:srgbClr val="2E74B5"/>
                </a:solidFill>
                <a:latin typeface="AvenirNext-DemiBold"/>
              </a:rPr>
              <a:t>RANGE</a:t>
            </a:r>
          </a:p>
        </p:txBody>
      </p:sp>
      <p:sp>
        <p:nvSpPr>
          <p:cNvPr id="3" name="TextBox 2"/>
          <p:cNvSpPr txBox="1"/>
          <p:nvPr/>
        </p:nvSpPr>
        <p:spPr>
          <a:xfrm>
            <a:off x="699821" y="1039673"/>
            <a:ext cx="22979482" cy="1075944"/>
          </a:xfrm>
          <a:prstGeom prst="rect">
            <a:avLst/>
          </a:prstGeom>
          <a:noFill/>
        </p:spPr>
        <p:txBody>
          <a:bodyPr wrap="square" lIns="0" tIns="0" rIns="0" bIns="0" anchor="t">
            <a:spAutoFit/>
          </a:bodyPr>
          <a:lstStyle/>
          <a:p>
            <a:pPr algn="l"/>
            <a:r>
              <a:rPr sz="5800" b="1" i="0">
                <a:solidFill>
                  <a:srgbClr val="000000"/>
                </a:solidFill>
                <a:latin typeface="AvenirNext-DemiBold"/>
              </a:rPr>
              <a:t>Three ranges</a:t>
            </a:r>
          </a:p>
        </p:txBody>
      </p:sp>
      <p:pic>
        <p:nvPicPr>
          <p:cNvPr id="4" name="Picture 3" descr="v18_maps.png"/>
          <p:cNvPicPr>
            <a:picLocks noChangeAspect="1"/>
          </p:cNvPicPr>
          <p:nvPr/>
        </p:nvPicPr>
        <p:blipFill>
          <a:blip r:embed="rId3"/>
          <a:stretch>
            <a:fillRect/>
          </a:stretch>
        </p:blipFill>
        <p:spPr>
          <a:xfrm>
            <a:off x="4317936" y="2221992"/>
            <a:ext cx="15748126" cy="9985248"/>
          </a:xfrm>
          <a:prstGeom prst="rect">
            <a:avLst/>
          </a:prstGeom>
        </p:spPr>
      </p:pic>
      <p:sp>
        <p:nvSpPr>
          <p:cNvPr id="5" name="슬라이드 번호 개체 틀 4">
            <a:extLst>
              <a:ext uri="{FF2B5EF4-FFF2-40B4-BE49-F238E27FC236}">
                <a16:creationId xmlns:a16="http://schemas.microsoft.com/office/drawing/2014/main" id="{E08C058F-A2B3-15B1-1561-11DA82EF429D}"/>
              </a:ext>
            </a:extLst>
          </p:cNvPr>
          <p:cNvSpPr>
            <a:spLocks noGrp="1"/>
          </p:cNvSpPr>
          <p:nvPr>
            <p:ph type="sldNum" sz="quarter" idx="2"/>
          </p:nvPr>
        </p:nvSpPr>
        <p:spPr/>
        <p:txBody>
          <a:bodyPr/>
          <a:lstStyle/>
          <a:p>
            <a:fld id="{86CB4B4D-7CA3-9044-876B-883B54F8677D}" type="slidenum">
              <a:rPr lang="en-US" altLang="ko-KR" smtClean="0"/>
              <a:t>6</a:t>
            </a:fld>
            <a:r>
              <a:rPr lang="en-US" altLang="ko-KR"/>
              <a:t>/11</a:t>
            </a:r>
            <a:endParaRPr lang="ko-KR" alt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719328" y="449885"/>
            <a:ext cx="20999501" cy="599389"/>
          </a:xfrm>
          <a:prstGeom prst="rect">
            <a:avLst/>
          </a:prstGeom>
          <a:noFill/>
        </p:spPr>
        <p:txBody>
          <a:bodyPr wrap="square" lIns="0" tIns="0" rIns="0" bIns="0" anchor="t">
            <a:spAutoFit/>
          </a:bodyPr>
          <a:lstStyle/>
          <a:p>
            <a:pPr algn="l"/>
            <a:r>
              <a:rPr sz="2900" b="1" i="0">
                <a:solidFill>
                  <a:srgbClr val="2E74B5"/>
                </a:solidFill>
                <a:latin typeface="AvenirNext-DemiBold"/>
              </a:rPr>
              <a:t>BAND ENERGY</a:t>
            </a:r>
          </a:p>
        </p:txBody>
      </p:sp>
      <p:sp>
        <p:nvSpPr>
          <p:cNvPr id="3" name="TextBox 2"/>
          <p:cNvSpPr txBox="1"/>
          <p:nvPr/>
        </p:nvSpPr>
        <p:spPr>
          <a:xfrm>
            <a:off x="699821" y="1039673"/>
            <a:ext cx="22979482" cy="1075944"/>
          </a:xfrm>
          <a:prstGeom prst="rect">
            <a:avLst/>
          </a:prstGeom>
          <a:noFill/>
        </p:spPr>
        <p:txBody>
          <a:bodyPr wrap="square" lIns="0" tIns="0" rIns="0" bIns="0" anchor="t">
            <a:spAutoFit/>
          </a:bodyPr>
          <a:lstStyle/>
          <a:p>
            <a:pPr algn="l"/>
            <a:r>
              <a:rPr sz="5800" b="1" i="0">
                <a:solidFill>
                  <a:srgbClr val="000000"/>
                </a:solidFill>
                <a:latin typeface="AvenirNext-DemiBold"/>
              </a:rPr>
              <a:t>Blade tip band energy</a:t>
            </a:r>
          </a:p>
        </p:txBody>
      </p:sp>
      <p:pic>
        <p:nvPicPr>
          <p:cNvPr id="4" name="Picture 3" descr="v18_band.png"/>
          <p:cNvPicPr>
            <a:picLocks noChangeAspect="1"/>
          </p:cNvPicPr>
          <p:nvPr/>
        </p:nvPicPr>
        <p:blipFill>
          <a:blip r:embed="rId3"/>
          <a:stretch>
            <a:fillRect/>
          </a:stretch>
        </p:blipFill>
        <p:spPr>
          <a:xfrm>
            <a:off x="719328" y="3494182"/>
            <a:ext cx="22945344" cy="6480746"/>
          </a:xfrm>
          <a:prstGeom prst="rect">
            <a:avLst/>
          </a:prstGeom>
        </p:spPr>
      </p:pic>
      <p:sp>
        <p:nvSpPr>
          <p:cNvPr id="5" name="Rectangle 4"/>
          <p:cNvSpPr/>
          <p:nvPr/>
        </p:nvSpPr>
        <p:spPr>
          <a:xfrm>
            <a:off x="760781" y="11384280"/>
            <a:ext cx="22945344" cy="987552"/>
          </a:xfrm>
          <a:prstGeom prst="rect">
            <a:avLst/>
          </a:prstGeom>
          <a:solidFill>
            <a:srgbClr val="FFF3CC"/>
          </a:solidFill>
          <a:ln>
            <a:noFill/>
          </a:ln>
          <a:effectLst/>
        </p:spPr>
        <p:style>
          <a:lnRef idx="1">
            <a:schemeClr val="accent1"/>
          </a:lnRef>
          <a:fillRef idx="3">
            <a:schemeClr val="accent1"/>
          </a:fillRef>
          <a:effectRef idx="2">
            <a:schemeClr val="accent1"/>
          </a:effectRef>
          <a:fontRef idx="minor">
            <a:schemeClr val="lt1"/>
          </a:fontRef>
        </p:style>
        <p:txBody>
          <a:bodyPr wrap="square" lIns="60000" tIns="30000" rIns="60000" bIns="30000" rtlCol="0" anchor="ctr"/>
          <a:lstStyle/>
          <a:p>
            <a:pPr algn="ctr"/>
            <a:endParaRPr/>
          </a:p>
        </p:txBody>
      </p:sp>
      <p:sp>
        <p:nvSpPr>
          <p:cNvPr id="6" name="Rectangle 5"/>
          <p:cNvSpPr/>
          <p:nvPr/>
        </p:nvSpPr>
        <p:spPr>
          <a:xfrm>
            <a:off x="760781" y="11384280"/>
            <a:ext cx="102413" cy="987552"/>
          </a:xfrm>
          <a:prstGeom prst="rect">
            <a:avLst/>
          </a:prstGeom>
          <a:solidFill>
            <a:srgbClr val="FFBD16"/>
          </a:solidFill>
          <a:ln>
            <a:noFill/>
          </a:ln>
          <a:effectLst/>
        </p:spPr>
        <p:style>
          <a:lnRef idx="1">
            <a:schemeClr val="accent1"/>
          </a:lnRef>
          <a:fillRef idx="3">
            <a:schemeClr val="accent1"/>
          </a:fillRef>
          <a:effectRef idx="2">
            <a:schemeClr val="accent1"/>
          </a:effectRef>
          <a:fontRef idx="minor">
            <a:schemeClr val="lt1"/>
          </a:fontRef>
        </p:style>
        <p:txBody>
          <a:bodyPr wrap="square" lIns="60000" tIns="30000" rIns="60000" bIns="30000" rtlCol="0" anchor="ctr"/>
          <a:lstStyle/>
          <a:p>
            <a:pPr algn="ctr"/>
            <a:endParaRPr/>
          </a:p>
        </p:txBody>
      </p:sp>
      <p:sp>
        <p:nvSpPr>
          <p:cNvPr id="7" name="TextBox 6"/>
          <p:cNvSpPr txBox="1"/>
          <p:nvPr/>
        </p:nvSpPr>
        <p:spPr>
          <a:xfrm>
            <a:off x="1199693" y="11384280"/>
            <a:ext cx="22067520" cy="987552"/>
          </a:xfrm>
          <a:prstGeom prst="rect">
            <a:avLst/>
          </a:prstGeom>
          <a:noFill/>
        </p:spPr>
        <p:txBody>
          <a:bodyPr wrap="square" lIns="0" tIns="0" rIns="0" bIns="0" anchor="ctr">
            <a:spAutoFit/>
          </a:bodyPr>
          <a:lstStyle/>
          <a:p>
            <a:pPr algn="l"/>
            <a:r>
              <a:rPr sz="3400" b="1" i="0">
                <a:solidFill>
                  <a:srgbClr val="000000"/>
                </a:solidFill>
                <a:latin typeface="AvenirNext-DemiBold"/>
              </a:rPr>
              <a:t>Both engines put the first line where kinematics says it should be.</a:t>
            </a:r>
          </a:p>
        </p:txBody>
      </p:sp>
      <p:sp>
        <p:nvSpPr>
          <p:cNvPr id="8" name="슬라이드 번호 개체 틀 7">
            <a:extLst>
              <a:ext uri="{FF2B5EF4-FFF2-40B4-BE49-F238E27FC236}">
                <a16:creationId xmlns:a16="http://schemas.microsoft.com/office/drawing/2014/main" id="{FF0F83AD-7162-74B5-C8FD-E1D42E868E6A}"/>
              </a:ext>
            </a:extLst>
          </p:cNvPr>
          <p:cNvSpPr>
            <a:spLocks noGrp="1"/>
          </p:cNvSpPr>
          <p:nvPr>
            <p:ph type="sldNum" sz="quarter" idx="2"/>
          </p:nvPr>
        </p:nvSpPr>
        <p:spPr/>
        <p:txBody>
          <a:bodyPr/>
          <a:lstStyle/>
          <a:p>
            <a:fld id="{86CB4B4D-7CA3-9044-876B-883B54F8677D}" type="slidenum">
              <a:rPr lang="en-US" altLang="ko-KR" smtClean="0"/>
              <a:t>7</a:t>
            </a:fld>
            <a:r>
              <a:rPr lang="en-US" altLang="ko-KR"/>
              <a:t>/11</a:t>
            </a:r>
            <a:endParaRPr lang="ko-KR" alt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719328" y="449885"/>
            <a:ext cx="20999501" cy="599389"/>
          </a:xfrm>
          <a:prstGeom prst="rect">
            <a:avLst/>
          </a:prstGeom>
          <a:noFill/>
        </p:spPr>
        <p:txBody>
          <a:bodyPr wrap="square" lIns="0" tIns="0" rIns="0" bIns="0" anchor="t">
            <a:spAutoFit/>
          </a:bodyPr>
          <a:lstStyle/>
          <a:p>
            <a:pPr algn="l"/>
            <a:r>
              <a:rPr sz="2900" b="1" i="0">
                <a:solidFill>
                  <a:srgbClr val="2E74B5"/>
                </a:solidFill>
                <a:latin typeface="AvenirNext-DemiBold"/>
              </a:rPr>
              <a:t>TWICE</a:t>
            </a:r>
          </a:p>
        </p:txBody>
      </p:sp>
      <p:sp>
        <p:nvSpPr>
          <p:cNvPr id="3" name="TextBox 2"/>
          <p:cNvSpPr txBox="1"/>
          <p:nvPr/>
        </p:nvSpPr>
        <p:spPr>
          <a:xfrm>
            <a:off x="699821" y="1039673"/>
            <a:ext cx="22979482" cy="1075944"/>
          </a:xfrm>
          <a:prstGeom prst="rect">
            <a:avLst/>
          </a:prstGeom>
          <a:noFill/>
        </p:spPr>
        <p:txBody>
          <a:bodyPr wrap="square" lIns="0" tIns="0" rIns="0" bIns="0" anchor="t">
            <a:spAutoFit/>
          </a:bodyPr>
          <a:lstStyle/>
          <a:p>
            <a:pPr algn="l"/>
            <a:r>
              <a:rPr sz="5800" b="1" i="0">
                <a:solidFill>
                  <a:srgbClr val="000000"/>
                </a:solidFill>
                <a:latin typeface="AvenirNext-DemiBold"/>
              </a:rPr>
              <a:t>Forty metres, repeated runs</a:t>
            </a:r>
          </a:p>
        </p:txBody>
      </p:sp>
      <p:pic>
        <p:nvPicPr>
          <p:cNvPr id="4" name="Picture 3" descr="v18_seed40.png"/>
          <p:cNvPicPr>
            <a:picLocks noChangeAspect="1"/>
          </p:cNvPicPr>
          <p:nvPr/>
        </p:nvPicPr>
        <p:blipFill>
          <a:blip r:embed="rId3"/>
          <a:stretch>
            <a:fillRect/>
          </a:stretch>
        </p:blipFill>
        <p:spPr>
          <a:xfrm>
            <a:off x="719328" y="3829139"/>
            <a:ext cx="22945344" cy="5810833"/>
          </a:xfrm>
          <a:prstGeom prst="rect">
            <a:avLst/>
          </a:prstGeom>
        </p:spPr>
      </p:pic>
      <p:sp>
        <p:nvSpPr>
          <p:cNvPr id="5" name="Rectangle 4"/>
          <p:cNvSpPr/>
          <p:nvPr/>
        </p:nvSpPr>
        <p:spPr>
          <a:xfrm>
            <a:off x="760781" y="11384280"/>
            <a:ext cx="22945344" cy="987552"/>
          </a:xfrm>
          <a:prstGeom prst="rect">
            <a:avLst/>
          </a:prstGeom>
          <a:solidFill>
            <a:srgbClr val="FFF3CC"/>
          </a:solidFill>
          <a:ln>
            <a:noFill/>
          </a:ln>
          <a:effectLst/>
        </p:spPr>
        <p:style>
          <a:lnRef idx="1">
            <a:schemeClr val="accent1"/>
          </a:lnRef>
          <a:fillRef idx="3">
            <a:schemeClr val="accent1"/>
          </a:fillRef>
          <a:effectRef idx="2">
            <a:schemeClr val="accent1"/>
          </a:effectRef>
          <a:fontRef idx="minor">
            <a:schemeClr val="lt1"/>
          </a:fontRef>
        </p:style>
        <p:txBody>
          <a:bodyPr wrap="square" lIns="60000" tIns="30000" rIns="60000" bIns="30000" rtlCol="0" anchor="ctr"/>
          <a:lstStyle/>
          <a:p>
            <a:pPr algn="ctr"/>
            <a:endParaRPr/>
          </a:p>
        </p:txBody>
      </p:sp>
      <p:sp>
        <p:nvSpPr>
          <p:cNvPr id="6" name="Rectangle 5"/>
          <p:cNvSpPr/>
          <p:nvPr/>
        </p:nvSpPr>
        <p:spPr>
          <a:xfrm>
            <a:off x="760781" y="11384280"/>
            <a:ext cx="102413" cy="987552"/>
          </a:xfrm>
          <a:prstGeom prst="rect">
            <a:avLst/>
          </a:prstGeom>
          <a:solidFill>
            <a:srgbClr val="FFBD16"/>
          </a:solidFill>
          <a:ln>
            <a:noFill/>
          </a:ln>
          <a:effectLst/>
        </p:spPr>
        <p:style>
          <a:lnRef idx="1">
            <a:schemeClr val="accent1"/>
          </a:lnRef>
          <a:fillRef idx="3">
            <a:schemeClr val="accent1"/>
          </a:fillRef>
          <a:effectRef idx="2">
            <a:schemeClr val="accent1"/>
          </a:effectRef>
          <a:fontRef idx="minor">
            <a:schemeClr val="lt1"/>
          </a:fontRef>
        </p:style>
        <p:txBody>
          <a:bodyPr wrap="square" lIns="60000" tIns="30000" rIns="60000" bIns="30000" rtlCol="0" anchor="ctr"/>
          <a:lstStyle/>
          <a:p>
            <a:pPr algn="ctr"/>
            <a:endParaRPr/>
          </a:p>
        </p:txBody>
      </p:sp>
      <p:sp>
        <p:nvSpPr>
          <p:cNvPr id="7" name="TextBox 6"/>
          <p:cNvSpPr txBox="1"/>
          <p:nvPr/>
        </p:nvSpPr>
        <p:spPr>
          <a:xfrm>
            <a:off x="1199693" y="11384280"/>
            <a:ext cx="22067520" cy="987552"/>
          </a:xfrm>
          <a:prstGeom prst="rect">
            <a:avLst/>
          </a:prstGeom>
          <a:noFill/>
        </p:spPr>
        <p:txBody>
          <a:bodyPr wrap="square" lIns="0" tIns="0" rIns="0" bIns="0" anchor="ctr">
            <a:spAutoFit/>
          </a:bodyPr>
          <a:lstStyle/>
          <a:p>
            <a:pPr algn="l"/>
            <a:r>
              <a:rPr sz="3400" b="1" i="0">
                <a:solidFill>
                  <a:srgbClr val="000000"/>
                </a:solidFill>
                <a:latin typeface="AvenirNext-DemiBold"/>
              </a:rPr>
              <a:t>Only the random start differs between these runs.</a:t>
            </a:r>
          </a:p>
        </p:txBody>
      </p:sp>
      <p:sp>
        <p:nvSpPr>
          <p:cNvPr id="8" name="슬라이드 번호 개체 틀 7">
            <a:extLst>
              <a:ext uri="{FF2B5EF4-FFF2-40B4-BE49-F238E27FC236}">
                <a16:creationId xmlns:a16="http://schemas.microsoft.com/office/drawing/2014/main" id="{1E63FC61-AD02-AD94-8DCD-258F8E52F9B6}"/>
              </a:ext>
            </a:extLst>
          </p:cNvPr>
          <p:cNvSpPr>
            <a:spLocks noGrp="1"/>
          </p:cNvSpPr>
          <p:nvPr>
            <p:ph type="sldNum" sz="quarter" idx="2"/>
          </p:nvPr>
        </p:nvSpPr>
        <p:spPr/>
        <p:txBody>
          <a:bodyPr/>
          <a:lstStyle/>
          <a:p>
            <a:fld id="{86CB4B4D-7CA3-9044-876B-883B54F8677D}" type="slidenum">
              <a:rPr lang="en-US" altLang="ko-KR" smtClean="0"/>
              <a:t>8</a:t>
            </a:fld>
            <a:r>
              <a:rPr lang="en-US" altLang="ko-KR"/>
              <a:t>/11</a:t>
            </a:r>
            <a:endParaRPr lang="ko-KR" altLang="en-US" dirty="0"/>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19328" y="449885"/>
            <a:ext cx="20999501" cy="599389"/>
          </a:xfrm>
          <a:prstGeom prst="rect">
            <a:avLst/>
          </a:prstGeom>
          <a:noFill/>
        </p:spPr>
        <p:txBody>
          <a:bodyPr wrap="square" lIns="0" tIns="0" rIns="0" bIns="0" anchor="t">
            <a:spAutoFit/>
          </a:bodyPr>
          <a:lstStyle/>
          <a:p>
            <a:pPr algn="l"/>
            <a:r>
              <a:rPr sz="2900" b="1" i="0">
                <a:solidFill>
                  <a:srgbClr val="2E74B5"/>
                </a:solidFill>
                <a:latin typeface="AvenirNext-DemiBold"/>
              </a:rPr>
              <a:t>RAY BUDGET</a:t>
            </a:r>
          </a:p>
        </p:txBody>
      </p:sp>
      <p:sp>
        <p:nvSpPr>
          <p:cNvPr id="3" name="TextBox 2"/>
          <p:cNvSpPr txBox="1"/>
          <p:nvPr/>
        </p:nvSpPr>
        <p:spPr>
          <a:xfrm>
            <a:off x="699821" y="1039673"/>
            <a:ext cx="22979482" cy="1075944"/>
          </a:xfrm>
          <a:prstGeom prst="rect">
            <a:avLst/>
          </a:prstGeom>
          <a:noFill/>
        </p:spPr>
        <p:txBody>
          <a:bodyPr wrap="square" lIns="0" tIns="0" rIns="0" bIns="0" anchor="t">
            <a:spAutoFit/>
          </a:bodyPr>
          <a:lstStyle/>
          <a:p>
            <a:pPr algn="l"/>
            <a:r>
              <a:rPr sz="5800" b="1" i="0">
                <a:solidFill>
                  <a:srgbClr val="000000"/>
                </a:solidFill>
                <a:latin typeface="AvenirNext-DemiBold"/>
              </a:rPr>
              <a:t>More rays, cleaner background</a:t>
            </a:r>
          </a:p>
        </p:txBody>
      </p:sp>
      <p:sp>
        <p:nvSpPr>
          <p:cNvPr id="5" name="Rectangle 4"/>
          <p:cNvSpPr/>
          <p:nvPr/>
        </p:nvSpPr>
        <p:spPr>
          <a:xfrm>
            <a:off x="760781" y="11384280"/>
            <a:ext cx="22945344" cy="987552"/>
          </a:xfrm>
          <a:prstGeom prst="rect">
            <a:avLst/>
          </a:prstGeom>
          <a:solidFill>
            <a:srgbClr val="FFF3CC"/>
          </a:solidFill>
          <a:ln>
            <a:noFill/>
          </a:ln>
          <a:effectLst/>
        </p:spPr>
        <p:style>
          <a:lnRef idx="1">
            <a:schemeClr val="accent1"/>
          </a:lnRef>
          <a:fillRef idx="3">
            <a:schemeClr val="accent1"/>
          </a:fillRef>
          <a:effectRef idx="2">
            <a:schemeClr val="accent1"/>
          </a:effectRef>
          <a:fontRef idx="minor">
            <a:schemeClr val="lt1"/>
          </a:fontRef>
        </p:style>
        <p:txBody>
          <a:bodyPr wrap="square" lIns="60000" tIns="30000" rIns="60000" bIns="30000" rtlCol="0" anchor="ctr"/>
          <a:lstStyle/>
          <a:p>
            <a:pPr algn="ctr"/>
            <a:endParaRPr/>
          </a:p>
        </p:txBody>
      </p:sp>
      <p:sp>
        <p:nvSpPr>
          <p:cNvPr id="6" name="Rectangle 5"/>
          <p:cNvSpPr/>
          <p:nvPr/>
        </p:nvSpPr>
        <p:spPr>
          <a:xfrm>
            <a:off x="760781" y="11384280"/>
            <a:ext cx="102413" cy="987552"/>
          </a:xfrm>
          <a:prstGeom prst="rect">
            <a:avLst/>
          </a:prstGeom>
          <a:solidFill>
            <a:srgbClr val="FFBD16"/>
          </a:solidFill>
          <a:ln>
            <a:noFill/>
          </a:ln>
          <a:effectLst/>
        </p:spPr>
        <p:style>
          <a:lnRef idx="1">
            <a:schemeClr val="accent1"/>
          </a:lnRef>
          <a:fillRef idx="3">
            <a:schemeClr val="accent1"/>
          </a:fillRef>
          <a:effectRef idx="2">
            <a:schemeClr val="accent1"/>
          </a:effectRef>
          <a:fontRef idx="minor">
            <a:schemeClr val="lt1"/>
          </a:fontRef>
        </p:style>
        <p:txBody>
          <a:bodyPr wrap="square" lIns="60000" tIns="30000" rIns="60000" bIns="30000" rtlCol="0" anchor="ctr"/>
          <a:lstStyle/>
          <a:p>
            <a:pPr algn="ctr"/>
            <a:endParaRPr/>
          </a:p>
        </p:txBody>
      </p:sp>
      <p:sp>
        <p:nvSpPr>
          <p:cNvPr id="7" name="TextBox 6"/>
          <p:cNvSpPr txBox="1"/>
          <p:nvPr/>
        </p:nvSpPr>
        <p:spPr>
          <a:xfrm>
            <a:off x="1199693" y="11384280"/>
            <a:ext cx="22067520" cy="987552"/>
          </a:xfrm>
          <a:prstGeom prst="rect">
            <a:avLst/>
          </a:prstGeom>
          <a:noFill/>
        </p:spPr>
        <p:txBody>
          <a:bodyPr wrap="square" lIns="0" tIns="0" rIns="0" bIns="0" anchor="ctr">
            <a:spAutoFit/>
          </a:bodyPr>
          <a:lstStyle/>
          <a:p>
            <a:pPr algn="l"/>
            <a:r>
              <a:rPr sz="3400" b="1" i="0">
                <a:solidFill>
                  <a:srgbClr val="000000"/>
                </a:solidFill>
                <a:latin typeface="AvenirNext-DemiBold"/>
              </a:rPr>
              <a:t>Pushing the ray budget to its maximum cleaned up the background.</a:t>
            </a:r>
          </a:p>
        </p:txBody>
      </p:sp>
      <p:sp>
        <p:nvSpPr>
          <p:cNvPr id="8" name="슬라이드 번호 개체 틀 7">
            <a:extLst>
              <a:ext uri="{FF2B5EF4-FFF2-40B4-BE49-F238E27FC236}">
                <a16:creationId xmlns:a16="http://schemas.microsoft.com/office/drawing/2014/main" id="{1E63FC61-AD02-AD94-8DCD-258F8E52F9B6}"/>
              </a:ext>
            </a:extLst>
          </p:cNvPr>
          <p:cNvSpPr>
            <a:spLocks noGrp="1"/>
          </p:cNvSpPr>
          <p:nvPr>
            <p:ph type="sldNum" sz="quarter" idx="2"/>
          </p:nvPr>
        </p:nvSpPr>
        <p:spPr/>
        <p:txBody>
          <a:bodyPr/>
          <a:lstStyle/>
          <a:p>
            <a:fld id="{86CB4B4D-7CA3-9044-876B-883B54F8677D}" type="slidenum">
              <a:rPr lang="en-US" altLang="ko-KR" smtClean="0"/>
              <a:t>8</a:t>
            </a:fld>
            <a:r>
              <a:rPr lang="en-US" altLang="ko-KR"/>
              <a:t>/11</a:t>
            </a:r>
            <a:endParaRPr lang="ko-KR" altLang="en-US" dirty="0"/>
          </a:p>
        </p:txBody>
      </p:sp>
      <p:pic>
        <p:nvPicPr>
          <p:cNvPr id="9" name="Picture 8" descr="raybudget_40m_deck.png"/>
          <p:cNvPicPr>
            <a:picLocks noChangeAspect="1"/>
          </p:cNvPicPr>
          <p:nvPr/>
        </p:nvPicPr>
        <p:blipFill>
          <a:blip r:embed="rId2"/>
          <a:stretch>
            <a:fillRect/>
          </a:stretch>
        </p:blipFill>
        <p:spPr>
          <a:xfrm>
            <a:off x="719328" y="3881930"/>
            <a:ext cx="22945344" cy="5705251"/>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19328" y="449885"/>
            <a:ext cx="20999501" cy="599389"/>
          </a:xfrm>
          <a:prstGeom prst="rect">
            <a:avLst/>
          </a:prstGeom>
          <a:noFill/>
        </p:spPr>
        <p:txBody>
          <a:bodyPr wrap="square" lIns="0" tIns="0" rIns="0" bIns="0" anchor="t">
            <a:spAutoFit/>
          </a:bodyPr>
          <a:lstStyle/>
          <a:p>
            <a:pPr algn="l"/>
            <a:r>
              <a:rPr sz="2900" b="1" i="0">
                <a:solidFill>
                  <a:srgbClr val="2E74B5"/>
                </a:solidFill>
                <a:latin typeface="AvenirNext-DemiBold"/>
              </a:rPr>
              <a:t>SIDE BY SIDE</a:t>
            </a:r>
          </a:p>
        </p:txBody>
      </p:sp>
      <p:sp>
        <p:nvSpPr>
          <p:cNvPr id="3" name="TextBox 2"/>
          <p:cNvSpPr txBox="1"/>
          <p:nvPr/>
        </p:nvSpPr>
        <p:spPr>
          <a:xfrm>
            <a:off x="699821" y="1039673"/>
            <a:ext cx="22979482" cy="1075944"/>
          </a:xfrm>
          <a:prstGeom prst="rect">
            <a:avLst/>
          </a:prstGeom>
          <a:noFill/>
        </p:spPr>
        <p:txBody>
          <a:bodyPr wrap="square" lIns="0" tIns="0" rIns="0" bIns="0" anchor="t">
            <a:spAutoFit/>
          </a:bodyPr>
          <a:lstStyle/>
          <a:p>
            <a:pPr algn="l"/>
            <a:r>
              <a:rPr sz="5800" b="1" i="0">
                <a:solidFill>
                  <a:srgbClr val="000000"/>
                </a:solidFill>
                <a:latin typeface="AvenirNext-DemiBold"/>
              </a:rPr>
              <a:t>The two engines at forty metres</a:t>
            </a:r>
          </a:p>
        </p:txBody>
      </p:sp>
      <p:sp>
        <p:nvSpPr>
          <p:cNvPr id="5" name="Rectangle 4"/>
          <p:cNvSpPr/>
          <p:nvPr/>
        </p:nvSpPr>
        <p:spPr>
          <a:xfrm>
            <a:off x="760781" y="11384280"/>
            <a:ext cx="22945344" cy="987552"/>
          </a:xfrm>
          <a:prstGeom prst="rect">
            <a:avLst/>
          </a:prstGeom>
          <a:solidFill>
            <a:srgbClr val="FFF3CC"/>
          </a:solidFill>
          <a:ln>
            <a:noFill/>
          </a:ln>
          <a:effectLst/>
        </p:spPr>
        <p:style>
          <a:lnRef idx="1">
            <a:schemeClr val="accent1"/>
          </a:lnRef>
          <a:fillRef idx="3">
            <a:schemeClr val="accent1"/>
          </a:fillRef>
          <a:effectRef idx="2">
            <a:schemeClr val="accent1"/>
          </a:effectRef>
          <a:fontRef idx="minor">
            <a:schemeClr val="lt1"/>
          </a:fontRef>
        </p:style>
        <p:txBody>
          <a:bodyPr wrap="square" lIns="60000" tIns="30000" rIns="60000" bIns="30000" rtlCol="0" anchor="ctr"/>
          <a:lstStyle/>
          <a:p>
            <a:pPr algn="ctr"/>
            <a:endParaRPr/>
          </a:p>
        </p:txBody>
      </p:sp>
      <p:sp>
        <p:nvSpPr>
          <p:cNvPr id="6" name="Rectangle 5"/>
          <p:cNvSpPr/>
          <p:nvPr/>
        </p:nvSpPr>
        <p:spPr>
          <a:xfrm>
            <a:off x="760781" y="11384280"/>
            <a:ext cx="102413" cy="987552"/>
          </a:xfrm>
          <a:prstGeom prst="rect">
            <a:avLst/>
          </a:prstGeom>
          <a:solidFill>
            <a:srgbClr val="FFBD16"/>
          </a:solidFill>
          <a:ln>
            <a:noFill/>
          </a:ln>
          <a:effectLst/>
        </p:spPr>
        <p:style>
          <a:lnRef idx="1">
            <a:schemeClr val="accent1"/>
          </a:lnRef>
          <a:fillRef idx="3">
            <a:schemeClr val="accent1"/>
          </a:fillRef>
          <a:effectRef idx="2">
            <a:schemeClr val="accent1"/>
          </a:effectRef>
          <a:fontRef idx="minor">
            <a:schemeClr val="lt1"/>
          </a:fontRef>
        </p:style>
        <p:txBody>
          <a:bodyPr wrap="square" lIns="60000" tIns="30000" rIns="60000" bIns="30000" rtlCol="0" anchor="ctr"/>
          <a:lstStyle/>
          <a:p>
            <a:pPr algn="ctr"/>
            <a:endParaRPr/>
          </a:p>
        </p:txBody>
      </p:sp>
      <p:sp>
        <p:nvSpPr>
          <p:cNvPr id="7" name="TextBox 6"/>
          <p:cNvSpPr txBox="1"/>
          <p:nvPr/>
        </p:nvSpPr>
        <p:spPr>
          <a:xfrm>
            <a:off x="1199693" y="11384280"/>
            <a:ext cx="22067520" cy="987552"/>
          </a:xfrm>
          <a:prstGeom prst="rect">
            <a:avLst/>
          </a:prstGeom>
          <a:noFill/>
        </p:spPr>
        <p:txBody>
          <a:bodyPr wrap="square" lIns="0" tIns="0" rIns="0" bIns="0" anchor="ctr">
            <a:spAutoFit/>
          </a:bodyPr>
          <a:lstStyle/>
          <a:p>
            <a:pPr algn="l"/>
            <a:r>
              <a:rPr sz="3400" b="1" i="0">
                <a:solidFill>
                  <a:srgbClr val="000000"/>
                </a:solidFill>
                <a:latin typeface="AvenirNext-DemiBold"/>
              </a:rPr>
              <a:t>Same distance, same drone. Ours repeats exactly, the Path Solver does not.</a:t>
            </a:r>
          </a:p>
        </p:txBody>
      </p:sp>
      <p:sp>
        <p:nvSpPr>
          <p:cNvPr id="8" name="슬라이드 번호 개체 틀 7">
            <a:extLst>
              <a:ext uri="{FF2B5EF4-FFF2-40B4-BE49-F238E27FC236}">
                <a16:creationId xmlns:a16="http://schemas.microsoft.com/office/drawing/2014/main" id="{1E63FC61-AD02-AD94-8DCD-258F8E52F9B6}"/>
              </a:ext>
            </a:extLst>
          </p:cNvPr>
          <p:cNvSpPr>
            <a:spLocks noGrp="1"/>
          </p:cNvSpPr>
          <p:nvPr>
            <p:ph type="sldNum" sz="quarter" idx="2"/>
          </p:nvPr>
        </p:nvSpPr>
        <p:spPr/>
        <p:txBody>
          <a:bodyPr/>
          <a:lstStyle/>
          <a:p>
            <a:fld id="{86CB4B4D-7CA3-9044-876B-883B54F8677D}" type="slidenum">
              <a:rPr lang="en-US" altLang="ko-KR" smtClean="0"/>
              <a:t>8</a:t>
            </a:fld>
            <a:r>
              <a:rPr lang="en-US" altLang="ko-KR"/>
              <a:t>/11</a:t>
            </a:r>
            <a:endParaRPr lang="ko-KR" altLang="en-US" dirty="0"/>
          </a:p>
        </p:txBody>
      </p:sp>
      <p:pic>
        <p:nvPicPr>
          <p:cNvPr id="9" name="Picture 8" descr="raybudget_40m_vs_ours.png"/>
          <p:cNvPicPr>
            <a:picLocks noChangeAspect="1"/>
          </p:cNvPicPr>
          <p:nvPr/>
        </p:nvPicPr>
        <p:blipFill>
          <a:blip r:embed="rId2"/>
          <a:stretch>
            <a:fillRect/>
          </a:stretch>
        </p:blipFill>
        <p:spPr>
          <a:xfrm>
            <a:off x="3739526" y="3829139"/>
            <a:ext cx="16904947" cy="5810833"/>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719328" y="449885"/>
            <a:ext cx="20999501" cy="599389"/>
          </a:xfrm>
          <a:prstGeom prst="rect">
            <a:avLst/>
          </a:prstGeom>
          <a:noFill/>
        </p:spPr>
        <p:txBody>
          <a:bodyPr wrap="square" lIns="0" tIns="0" rIns="0" bIns="0" anchor="t">
            <a:spAutoFit/>
          </a:bodyPr>
          <a:lstStyle/>
          <a:p>
            <a:pPr algn="l"/>
            <a:r>
              <a:rPr sz="2900" b="1" i="0">
                <a:solidFill>
                  <a:srgbClr val="2E74B5"/>
                </a:solidFill>
                <a:latin typeface="AvenirNext-DemiBold"/>
              </a:rPr>
              <a:t>FUTURE WORK</a:t>
            </a:r>
          </a:p>
        </p:txBody>
      </p:sp>
      <p:sp>
        <p:nvSpPr>
          <p:cNvPr id="3" name="TextBox 2"/>
          <p:cNvSpPr txBox="1"/>
          <p:nvPr/>
        </p:nvSpPr>
        <p:spPr>
          <a:xfrm>
            <a:off x="699821" y="1039673"/>
            <a:ext cx="22979482" cy="1075944"/>
          </a:xfrm>
          <a:prstGeom prst="rect">
            <a:avLst/>
          </a:prstGeom>
          <a:noFill/>
        </p:spPr>
        <p:txBody>
          <a:bodyPr wrap="square" lIns="0" tIns="0" rIns="0" bIns="0" anchor="t">
            <a:spAutoFit/>
          </a:bodyPr>
          <a:lstStyle/>
          <a:p>
            <a:pPr algn="l"/>
            <a:r>
              <a:rPr sz="5800" b="1" i="0">
                <a:solidFill>
                  <a:srgbClr val="000000"/>
                </a:solidFill>
                <a:latin typeface="AvenirNext-DemiBold"/>
              </a:rPr>
              <a:t>Future work</a:t>
            </a:r>
          </a:p>
        </p:txBody>
      </p:sp>
      <p:sp>
        <p:nvSpPr>
          <p:cNvPr id="4" name="TextBox 3"/>
          <p:cNvSpPr txBox="1"/>
          <p:nvPr/>
        </p:nvSpPr>
        <p:spPr>
          <a:xfrm>
            <a:off x="760781" y="2197913"/>
            <a:ext cx="22599091" cy="728472"/>
          </a:xfrm>
          <a:prstGeom prst="rect">
            <a:avLst/>
          </a:prstGeom>
          <a:noFill/>
        </p:spPr>
        <p:txBody>
          <a:bodyPr wrap="square" lIns="0" tIns="0" rIns="0" bIns="0" anchor="t">
            <a:spAutoFit/>
          </a:bodyPr>
          <a:lstStyle/>
          <a:p>
            <a:pPr algn="l"/>
            <a:r>
              <a:rPr sz="3700" b="1" i="0">
                <a:solidFill>
                  <a:srgbClr val="000000"/>
                </a:solidFill>
                <a:latin typeface="AvenirNext-DemiBold"/>
              </a:rPr>
              <a:t>Three pieces are missing, and each one takes the model </a:t>
            </a:r>
            <a:r>
              <a:rPr sz="3700" b="1" i="0">
                <a:solidFill>
                  <a:srgbClr val="E22146"/>
                </a:solidFill>
                <a:latin typeface="AvenirNext-DemiBold"/>
              </a:rPr>
              <a:t>closer to reality</a:t>
            </a:r>
          </a:p>
        </p:txBody>
      </p:sp>
      <p:sp>
        <p:nvSpPr>
          <p:cNvPr id="5" name="Rectangle 4"/>
          <p:cNvSpPr/>
          <p:nvPr/>
        </p:nvSpPr>
        <p:spPr>
          <a:xfrm>
            <a:off x="719328" y="3531092"/>
            <a:ext cx="121920" cy="1637317"/>
          </a:xfrm>
          <a:prstGeom prst="rect">
            <a:avLst/>
          </a:prstGeom>
          <a:solidFill>
            <a:srgbClr val="26448A"/>
          </a:solidFill>
          <a:ln>
            <a:noFill/>
          </a:ln>
          <a:effectLst/>
        </p:spPr>
        <p:style>
          <a:lnRef idx="1">
            <a:schemeClr val="accent1"/>
          </a:lnRef>
          <a:fillRef idx="3">
            <a:schemeClr val="accent1"/>
          </a:fillRef>
          <a:effectRef idx="2">
            <a:schemeClr val="accent1"/>
          </a:effectRef>
          <a:fontRef idx="minor">
            <a:schemeClr val="lt1"/>
          </a:fontRef>
        </p:style>
        <p:txBody>
          <a:bodyPr wrap="square" lIns="60000" tIns="30000" rIns="60000" bIns="30000" rtlCol="0" anchor="ctr"/>
          <a:lstStyle/>
          <a:p>
            <a:pPr algn="ctr"/>
            <a:endParaRPr/>
          </a:p>
        </p:txBody>
      </p:sp>
      <p:sp>
        <p:nvSpPr>
          <p:cNvPr id="6" name="TextBox 5"/>
          <p:cNvSpPr txBox="1"/>
          <p:nvPr/>
        </p:nvSpPr>
        <p:spPr>
          <a:xfrm>
            <a:off x="1255776" y="3145841"/>
            <a:ext cx="22213824" cy="2407818"/>
          </a:xfrm>
          <a:prstGeom prst="rect">
            <a:avLst/>
          </a:prstGeom>
          <a:noFill/>
        </p:spPr>
        <p:txBody>
          <a:bodyPr wrap="square" lIns="0" tIns="0" rIns="0" bIns="0" anchor="ctr">
            <a:spAutoFit/>
          </a:bodyPr>
          <a:lstStyle/>
          <a:p>
            <a:pPr algn="l"/>
            <a:r>
              <a:rPr sz="3300" b="0" i="0">
                <a:solidFill>
                  <a:srgbClr val="000000"/>
                </a:solidFill>
                <a:latin typeface="Avenir Next Medium"/>
              </a:rPr>
              <a:t>Let each rotor wander in speed the way a real one does while holding station</a:t>
            </a:r>
          </a:p>
        </p:txBody>
      </p:sp>
      <p:sp>
        <p:nvSpPr>
          <p:cNvPr id="7" name="Rectangle 6"/>
          <p:cNvSpPr/>
          <p:nvPr/>
        </p:nvSpPr>
        <p:spPr>
          <a:xfrm>
            <a:off x="719328" y="6295526"/>
            <a:ext cx="121920" cy="1637317"/>
          </a:xfrm>
          <a:prstGeom prst="rect">
            <a:avLst/>
          </a:prstGeom>
          <a:solidFill>
            <a:srgbClr val="26448A"/>
          </a:solidFill>
          <a:ln>
            <a:noFill/>
          </a:ln>
          <a:effectLst/>
        </p:spPr>
        <p:style>
          <a:lnRef idx="1">
            <a:schemeClr val="accent1"/>
          </a:lnRef>
          <a:fillRef idx="3">
            <a:schemeClr val="accent1"/>
          </a:fillRef>
          <a:effectRef idx="2">
            <a:schemeClr val="accent1"/>
          </a:effectRef>
          <a:fontRef idx="minor">
            <a:schemeClr val="lt1"/>
          </a:fontRef>
        </p:style>
        <p:txBody>
          <a:bodyPr wrap="square" lIns="60000" tIns="30000" rIns="60000" bIns="30000" rtlCol="0" anchor="ctr"/>
          <a:lstStyle/>
          <a:p>
            <a:pPr algn="ctr"/>
            <a:endParaRPr/>
          </a:p>
        </p:txBody>
      </p:sp>
      <p:sp>
        <p:nvSpPr>
          <p:cNvPr id="8" name="TextBox 7"/>
          <p:cNvSpPr txBox="1"/>
          <p:nvPr/>
        </p:nvSpPr>
        <p:spPr>
          <a:xfrm>
            <a:off x="1255776" y="5910275"/>
            <a:ext cx="22213824" cy="2407818"/>
          </a:xfrm>
          <a:prstGeom prst="rect">
            <a:avLst/>
          </a:prstGeom>
          <a:noFill/>
        </p:spPr>
        <p:txBody>
          <a:bodyPr wrap="square" lIns="0" tIns="0" rIns="0" bIns="0" anchor="ctr">
            <a:spAutoFit/>
          </a:bodyPr>
          <a:lstStyle/>
          <a:p>
            <a:pPr algn="l"/>
            <a:r>
              <a:rPr sz="3300" b="0" i="0">
                <a:solidFill>
                  <a:srgbClr val="000000"/>
                </a:solidFill>
                <a:latin typeface="Avenir Next Medium"/>
              </a:rPr>
              <a:t>Add receiver noise, so that distance finally costs something in the picture</a:t>
            </a:r>
          </a:p>
        </p:txBody>
      </p:sp>
      <p:sp>
        <p:nvSpPr>
          <p:cNvPr id="9" name="Rectangle 8"/>
          <p:cNvSpPr/>
          <p:nvPr/>
        </p:nvSpPr>
        <p:spPr>
          <a:xfrm>
            <a:off x="719328" y="9059961"/>
            <a:ext cx="121920" cy="1637317"/>
          </a:xfrm>
          <a:prstGeom prst="rect">
            <a:avLst/>
          </a:prstGeom>
          <a:solidFill>
            <a:srgbClr val="26448A"/>
          </a:solidFill>
          <a:ln>
            <a:noFill/>
          </a:ln>
          <a:effectLst/>
        </p:spPr>
        <p:style>
          <a:lnRef idx="1">
            <a:schemeClr val="accent1"/>
          </a:lnRef>
          <a:fillRef idx="3">
            <a:schemeClr val="accent1"/>
          </a:fillRef>
          <a:effectRef idx="2">
            <a:schemeClr val="accent1"/>
          </a:effectRef>
          <a:fontRef idx="minor">
            <a:schemeClr val="lt1"/>
          </a:fontRef>
        </p:style>
        <p:txBody>
          <a:bodyPr wrap="square" lIns="60000" tIns="30000" rIns="60000" bIns="30000" rtlCol="0" anchor="ctr"/>
          <a:lstStyle/>
          <a:p>
            <a:pPr algn="ctr"/>
            <a:endParaRPr/>
          </a:p>
        </p:txBody>
      </p:sp>
      <p:sp>
        <p:nvSpPr>
          <p:cNvPr id="10" name="TextBox 9"/>
          <p:cNvSpPr txBox="1"/>
          <p:nvPr/>
        </p:nvSpPr>
        <p:spPr>
          <a:xfrm>
            <a:off x="1255776" y="9644580"/>
            <a:ext cx="22213824" cy="468077"/>
          </a:xfrm>
          <a:prstGeom prst="rect">
            <a:avLst/>
          </a:prstGeom>
          <a:noFill/>
        </p:spPr>
        <p:txBody>
          <a:bodyPr wrap="square" lIns="0" tIns="0" rIns="0" bIns="0" anchor="ctr">
            <a:spAutoFit/>
          </a:bodyPr>
          <a:lstStyle/>
          <a:p>
            <a:pPr algn="l"/>
            <a:r>
              <a:rPr sz="3300" b="0" i="0" dirty="0">
                <a:solidFill>
                  <a:srgbClr val="000000"/>
                </a:solidFill>
                <a:latin typeface="Avenir Next Medium"/>
              </a:rPr>
              <a:t>Move to the </a:t>
            </a:r>
            <a:r>
              <a:rPr lang="en-US" sz="3300" dirty="0"/>
              <a:t>bistatic or</a:t>
            </a:r>
            <a:r>
              <a:rPr sz="3300" b="0" i="0" dirty="0">
                <a:solidFill>
                  <a:srgbClr val="000000"/>
                </a:solidFill>
                <a:latin typeface="Avenir Next Medium"/>
              </a:rPr>
              <a:t> put clutter into the </a:t>
            </a:r>
            <a:r>
              <a:rPr lang="en-US" sz="3300" b="0" i="0" dirty="0" err="1">
                <a:solidFill>
                  <a:srgbClr val="000000"/>
                </a:solidFill>
                <a:latin typeface="Avenir Next Medium"/>
              </a:rPr>
              <a:t>enviornment</a:t>
            </a:r>
            <a:endParaRPr sz="3300" b="0" i="0" dirty="0">
              <a:solidFill>
                <a:srgbClr val="000000"/>
              </a:solidFill>
              <a:latin typeface="Avenir Next Medium"/>
            </a:endParaRPr>
          </a:p>
        </p:txBody>
      </p:sp>
      <p:sp>
        <p:nvSpPr>
          <p:cNvPr id="11" name="Rectangle 10"/>
          <p:cNvSpPr/>
          <p:nvPr/>
        </p:nvSpPr>
        <p:spPr>
          <a:xfrm>
            <a:off x="760781" y="11384280"/>
            <a:ext cx="22945344" cy="987552"/>
          </a:xfrm>
          <a:prstGeom prst="rect">
            <a:avLst/>
          </a:prstGeom>
          <a:solidFill>
            <a:srgbClr val="FFF3CC"/>
          </a:solidFill>
          <a:ln>
            <a:noFill/>
          </a:ln>
          <a:effectLst/>
        </p:spPr>
        <p:style>
          <a:lnRef idx="1">
            <a:schemeClr val="accent1"/>
          </a:lnRef>
          <a:fillRef idx="3">
            <a:schemeClr val="accent1"/>
          </a:fillRef>
          <a:effectRef idx="2">
            <a:schemeClr val="accent1"/>
          </a:effectRef>
          <a:fontRef idx="minor">
            <a:schemeClr val="lt1"/>
          </a:fontRef>
        </p:style>
        <p:txBody>
          <a:bodyPr wrap="square" lIns="60000" tIns="30000" rIns="60000" bIns="30000" rtlCol="0" anchor="ctr"/>
          <a:lstStyle/>
          <a:p>
            <a:pPr algn="ctr"/>
            <a:endParaRPr/>
          </a:p>
        </p:txBody>
      </p:sp>
      <p:sp>
        <p:nvSpPr>
          <p:cNvPr id="12" name="Rectangle 11"/>
          <p:cNvSpPr/>
          <p:nvPr/>
        </p:nvSpPr>
        <p:spPr>
          <a:xfrm>
            <a:off x="760781" y="11384280"/>
            <a:ext cx="102413" cy="987552"/>
          </a:xfrm>
          <a:prstGeom prst="rect">
            <a:avLst/>
          </a:prstGeom>
          <a:solidFill>
            <a:srgbClr val="FFBD16"/>
          </a:solidFill>
          <a:ln>
            <a:noFill/>
          </a:ln>
          <a:effectLst/>
        </p:spPr>
        <p:style>
          <a:lnRef idx="1">
            <a:schemeClr val="accent1"/>
          </a:lnRef>
          <a:fillRef idx="3">
            <a:schemeClr val="accent1"/>
          </a:fillRef>
          <a:effectRef idx="2">
            <a:schemeClr val="accent1"/>
          </a:effectRef>
          <a:fontRef idx="minor">
            <a:schemeClr val="lt1"/>
          </a:fontRef>
        </p:style>
        <p:txBody>
          <a:bodyPr wrap="square" lIns="60000" tIns="30000" rIns="60000" bIns="30000" rtlCol="0" anchor="ctr"/>
          <a:lstStyle/>
          <a:p>
            <a:pPr algn="ctr"/>
            <a:endParaRPr/>
          </a:p>
        </p:txBody>
      </p:sp>
      <p:sp>
        <p:nvSpPr>
          <p:cNvPr id="13" name="TextBox 12"/>
          <p:cNvSpPr txBox="1"/>
          <p:nvPr/>
        </p:nvSpPr>
        <p:spPr>
          <a:xfrm>
            <a:off x="1199693" y="11384280"/>
            <a:ext cx="22067520" cy="987552"/>
          </a:xfrm>
          <a:prstGeom prst="rect">
            <a:avLst/>
          </a:prstGeom>
          <a:noFill/>
        </p:spPr>
        <p:txBody>
          <a:bodyPr wrap="square" lIns="0" tIns="0" rIns="0" bIns="0" anchor="ctr">
            <a:spAutoFit/>
          </a:bodyPr>
          <a:lstStyle/>
          <a:p>
            <a:pPr algn="l"/>
            <a:r>
              <a:rPr sz="3400" b="1" i="0">
                <a:solidFill>
                  <a:srgbClr val="000000"/>
                </a:solidFill>
                <a:latin typeface="AvenirNext-DemiBold"/>
              </a:rPr>
              <a:t>Each step brings the simulation closer to a real measurement.</a:t>
            </a:r>
          </a:p>
        </p:txBody>
      </p:sp>
      <p:sp>
        <p:nvSpPr>
          <p:cNvPr id="14" name="슬라이드 번호 개체 틀 13">
            <a:extLst>
              <a:ext uri="{FF2B5EF4-FFF2-40B4-BE49-F238E27FC236}">
                <a16:creationId xmlns:a16="http://schemas.microsoft.com/office/drawing/2014/main" id="{4B06A388-2ED7-12CF-C561-09463663913A}"/>
              </a:ext>
            </a:extLst>
          </p:cNvPr>
          <p:cNvSpPr>
            <a:spLocks noGrp="1"/>
          </p:cNvSpPr>
          <p:nvPr>
            <p:ph type="sldNum" sz="quarter" idx="2"/>
          </p:nvPr>
        </p:nvSpPr>
        <p:spPr/>
        <p:txBody>
          <a:bodyPr/>
          <a:lstStyle/>
          <a:p>
            <a:fld id="{86CB4B4D-7CA3-9044-876B-883B54F8677D}" type="slidenum">
              <a:rPr lang="en-US" altLang="ko-KR" smtClean="0"/>
              <a:t>9</a:t>
            </a:fld>
            <a:r>
              <a:rPr lang="en-US" altLang="ko-KR"/>
              <a:t>/11</a:t>
            </a:r>
            <a:endParaRPr lang="ko-KR" altLang="en-US" dirty="0"/>
          </a:p>
        </p:txBody>
      </p:sp>
    </p:spTree>
  </p:cSld>
  <p:clrMapOvr>
    <a:masterClrMapping/>
  </p:clrMapOvr>
</p:sld>
</file>

<file path=ppt/theme/theme1.xml><?xml version="1.0" encoding="utf-8"?>
<a:theme xmlns:a="http://schemas.openxmlformats.org/drawingml/2006/main" name="23_ClassicWhite">
  <a:themeElements>
    <a:clrScheme name="23_ClassicWhite">
      <a:dk1>
        <a:srgbClr val="000000"/>
      </a:dk1>
      <a:lt1>
        <a:srgbClr val="FFFFFF"/>
      </a:lt1>
      <a:dk2>
        <a:srgbClr val="5E5E5E"/>
      </a:dk2>
      <a:lt2>
        <a:srgbClr val="D5D5D5"/>
      </a:lt2>
      <a:accent1>
        <a:srgbClr val="3E74D1"/>
      </a:accent1>
      <a:accent2>
        <a:srgbClr val="33C5B9"/>
      </a:accent2>
      <a:accent3>
        <a:srgbClr val="45B53C"/>
      </a:accent3>
      <a:accent4>
        <a:srgbClr val="FFBD16"/>
      </a:accent4>
      <a:accent5>
        <a:srgbClr val="E22146"/>
      </a:accent5>
      <a:accent6>
        <a:srgbClr val="836BB7"/>
      </a:accent6>
      <a:hlink>
        <a:srgbClr val="0000FF"/>
      </a:hlink>
      <a:folHlink>
        <a:srgbClr val="FF00FF"/>
      </a:folHlink>
    </a:clrScheme>
    <a:fontScheme name="23_ClassicWhite">
      <a:majorFont>
        <a:latin typeface="Avenir Next Regular"/>
        <a:ea typeface="Avenir Next Regular"/>
        <a:cs typeface="Avenir Next Regular"/>
      </a:majorFont>
      <a:minorFont>
        <a:latin typeface="Avenir Next Regular"/>
        <a:ea typeface="Avenir Next Regular"/>
        <a:cs typeface="Avenir Next Regular"/>
      </a:minorFont>
    </a:fontScheme>
    <a:fmtScheme name="23_ClassicWhit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29999"/>
              </a:schemeClr>
            </a:gs>
            <a:gs pos="100000">
              <a:schemeClr val="phClr">
                <a:tint val="50000"/>
                <a:shade val="100000"/>
                <a:satMod val="350000"/>
              </a:schemeClr>
            </a:gs>
          </a:gsLst>
          <a:lin ang="16200000" scaled="0"/>
        </a:gradFill>
      </a:fillStyleLst>
      <a:lnStyleLst>
        <a:ln w="9525" cap="flat" cmpd="sng" algn="ctr">
          <a:solidFill>
            <a:schemeClr val="phClr">
              <a:shade val="95000"/>
              <a:satMod val="104999"/>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rgbClr val="000000"/>
        </a:solidFill>
        <a:ln w="12700" cap="flat">
          <a:noFill/>
          <a:miter lim="400000"/>
        </a:ln>
        <a:effectLst/>
        <a:sp3d/>
      </a:spPr>
      <a:bodyPr rot="0" spcFirstLastPara="1" vertOverflow="overflow" horzOverflow="overflow" vert="horz" wrap="square" lIns="50800" tIns="50800" rIns="50800" bIns="50800" numCol="1" spcCol="38100" rtlCol="0" anchor="ctr">
        <a:spAutoFit/>
      </a:bodyPr>
      <a:lstStyle>
        <a:defPPr marL="0" marR="0" indent="0" algn="ctr" defTabSz="1130300" rtl="0" fontAlgn="auto" latinLnBrk="0" hangingPunct="0">
          <a:lnSpc>
            <a:spcPct val="100000"/>
          </a:lnSpc>
          <a:spcBef>
            <a:spcPts val="0"/>
          </a:spcBef>
          <a:spcAft>
            <a:spcPts val="0"/>
          </a:spcAft>
          <a:buClrTx/>
          <a:buSzTx/>
          <a:buFontTx/>
          <a:buNone/>
          <a:tabLst/>
          <a:defRPr kumimoji="0" sz="3200" b="0" i="0" u="none" strike="noStrike" cap="none" spc="0" normalizeH="0" baseline="0">
            <a:ln>
              <a:noFill/>
            </a:ln>
            <a:solidFill>
              <a:srgbClr val="FFFFFF"/>
            </a:solidFill>
            <a:effectLst/>
            <a:uFillTx/>
            <a:latin typeface="+mn-lt"/>
            <a:ea typeface="+mn-ea"/>
            <a:cs typeface="+mn-cs"/>
            <a:sym typeface="Avenir Next Regular"/>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spDef>
    <a:lnDef>
      <a:spPr>
        <a:noFill/>
        <a:ln w="25400" cap="flat">
          <a:solidFill>
            <a:srgbClr val="000000"/>
          </a:solidFill>
          <a:prstDash val="solid"/>
          <a:miter lim="400000"/>
        </a:ln>
        <a:effectLst/>
        <a:sp3d/>
      </a:spPr>
      <a:bodyPr rot="0" spcFirstLastPara="1" vertOverflow="overflow" horzOverflow="overflow" vert="horz" wrap="square" lIns="91439" tIns="45719" rIns="91439" bIns="45719" numCol="1" spcCol="38100" rtlCol="0" anchor="t">
        <a:noAutofit/>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lnDef>
    <a:txDef>
      <a:spPr>
        <a:noFill/>
        <a:ln w="12700" cap="flat">
          <a:noFill/>
          <a:miter lim="400000"/>
        </a:ln>
        <a:effectLst/>
        <a:sp3d/>
      </a:spPr>
      <a:bodyPr rot="0" spcFirstLastPara="1" vertOverflow="overflow" horzOverflow="overflow" vert="horz" wrap="square" lIns="50800" tIns="50800" rIns="50800" bIns="50800" numCol="1" spcCol="38100" rtlCol="0" anchor="ctr">
        <a:spAutoFit/>
      </a:bodyPr>
      <a:lstStyle>
        <a:defPPr marL="0" marR="0" indent="0" algn="l" defTabSz="2438338" rtl="0" fontAlgn="auto" latinLnBrk="0" hangingPunct="0">
          <a:lnSpc>
            <a:spcPct val="90000"/>
          </a:lnSpc>
          <a:spcBef>
            <a:spcPts val="2400"/>
          </a:spcBef>
          <a:spcAft>
            <a:spcPts val="0"/>
          </a:spcAft>
          <a:buClrTx/>
          <a:buSzTx/>
          <a:buFontTx/>
          <a:buNone/>
          <a:tabLst/>
          <a:defRPr kumimoji="0" sz="4400" b="0" i="0" u="none" strike="noStrike" cap="none" spc="0" normalizeH="0" baseline="0">
            <a:ln>
              <a:noFill/>
            </a:ln>
            <a:solidFill>
              <a:srgbClr val="000000"/>
            </a:solidFill>
            <a:effectLst/>
            <a:uFillTx/>
            <a:latin typeface="Avenir Next Medium"/>
            <a:ea typeface="Avenir Next Medium"/>
            <a:cs typeface="Avenir Next Medium"/>
            <a:sym typeface="Avenir Next Medium"/>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txDef>
  </a:objectDefaults>
  <a:extraClrSchemeLst/>
</a:theme>
</file>

<file path=ppt/theme/theme2.xml><?xml version="1.0" encoding="utf-8"?>
<a:theme xmlns:a="http://schemas.openxmlformats.org/drawingml/2006/main" name="23_ClassicWhite">
  <a:themeElements>
    <a:clrScheme name="23_ClassicWhite">
      <a:dk1>
        <a:srgbClr val="000000"/>
      </a:dk1>
      <a:lt1>
        <a:srgbClr val="FFFFFF"/>
      </a:lt1>
      <a:dk2>
        <a:srgbClr val="5E5E5E"/>
      </a:dk2>
      <a:lt2>
        <a:srgbClr val="D5D5D5"/>
      </a:lt2>
      <a:accent1>
        <a:srgbClr val="3E74D1"/>
      </a:accent1>
      <a:accent2>
        <a:srgbClr val="33C5B9"/>
      </a:accent2>
      <a:accent3>
        <a:srgbClr val="45B53C"/>
      </a:accent3>
      <a:accent4>
        <a:srgbClr val="FFBD16"/>
      </a:accent4>
      <a:accent5>
        <a:srgbClr val="E22146"/>
      </a:accent5>
      <a:accent6>
        <a:srgbClr val="836BB7"/>
      </a:accent6>
      <a:hlink>
        <a:srgbClr val="0000FF"/>
      </a:hlink>
      <a:folHlink>
        <a:srgbClr val="FF00FF"/>
      </a:folHlink>
    </a:clrScheme>
    <a:fontScheme name="23_ClassicWhite">
      <a:majorFont>
        <a:latin typeface="Avenir Next Regular"/>
        <a:ea typeface="Avenir Next Regular"/>
        <a:cs typeface="Avenir Next Regular"/>
      </a:majorFont>
      <a:minorFont>
        <a:latin typeface="Avenir Next Regular"/>
        <a:ea typeface="Avenir Next Regular"/>
        <a:cs typeface="Avenir Next Regular"/>
      </a:minorFont>
    </a:fontScheme>
    <a:fmtScheme name="23_ClassicWhit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29999"/>
              </a:schemeClr>
            </a:gs>
            <a:gs pos="100000">
              <a:schemeClr val="phClr">
                <a:tint val="50000"/>
                <a:shade val="100000"/>
                <a:satMod val="350000"/>
              </a:schemeClr>
            </a:gs>
          </a:gsLst>
          <a:lin ang="16200000" scaled="0"/>
        </a:gradFill>
      </a:fillStyleLst>
      <a:lnStyleLst>
        <a:ln w="9525" cap="flat" cmpd="sng" algn="ctr">
          <a:solidFill>
            <a:schemeClr val="phClr">
              <a:shade val="95000"/>
              <a:satMod val="104999"/>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rgbClr val="000000"/>
        </a:solidFill>
        <a:ln w="12700" cap="flat">
          <a:noFill/>
          <a:miter lim="400000"/>
        </a:ln>
        <a:effectLst/>
        <a:sp3d/>
      </a:spPr>
      <a:bodyPr rot="0" spcFirstLastPara="1" vertOverflow="overflow" horzOverflow="overflow" vert="horz" wrap="square" lIns="50800" tIns="50800" rIns="50800" bIns="50800" numCol="1" spcCol="38100" rtlCol="0" anchor="ctr">
        <a:spAutoFit/>
      </a:bodyPr>
      <a:lstStyle>
        <a:defPPr marL="0" marR="0" indent="0" algn="ctr" defTabSz="1130300" rtl="0" fontAlgn="auto" latinLnBrk="0" hangingPunct="0">
          <a:lnSpc>
            <a:spcPct val="100000"/>
          </a:lnSpc>
          <a:spcBef>
            <a:spcPts val="0"/>
          </a:spcBef>
          <a:spcAft>
            <a:spcPts val="0"/>
          </a:spcAft>
          <a:buClrTx/>
          <a:buSzTx/>
          <a:buFontTx/>
          <a:buNone/>
          <a:tabLst/>
          <a:defRPr kumimoji="0" sz="3200" b="0" i="0" u="none" strike="noStrike" cap="none" spc="0" normalizeH="0" baseline="0">
            <a:ln>
              <a:noFill/>
            </a:ln>
            <a:solidFill>
              <a:srgbClr val="FFFFFF"/>
            </a:solidFill>
            <a:effectLst/>
            <a:uFillTx/>
            <a:latin typeface="+mn-lt"/>
            <a:ea typeface="+mn-ea"/>
            <a:cs typeface="+mn-cs"/>
            <a:sym typeface="Avenir Next Regular"/>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spDef>
    <a:lnDef>
      <a:spPr>
        <a:noFill/>
        <a:ln w="25400" cap="flat">
          <a:solidFill>
            <a:srgbClr val="000000"/>
          </a:solidFill>
          <a:prstDash val="solid"/>
          <a:miter lim="400000"/>
        </a:ln>
        <a:effectLst/>
        <a:sp3d/>
      </a:spPr>
      <a:bodyPr rot="0" spcFirstLastPara="1" vertOverflow="overflow" horzOverflow="overflow" vert="horz" wrap="square" lIns="91439" tIns="45719" rIns="91439" bIns="45719" numCol="1" spcCol="38100" rtlCol="0" anchor="t">
        <a:noAutofit/>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lnDef>
    <a:txDef>
      <a:spPr>
        <a:noFill/>
        <a:ln w="12700" cap="flat">
          <a:noFill/>
          <a:miter lim="400000"/>
        </a:ln>
        <a:effectLst/>
        <a:sp3d/>
      </a:spPr>
      <a:bodyPr rot="0" spcFirstLastPara="1" vertOverflow="overflow" horzOverflow="overflow" vert="horz" wrap="square" lIns="50800" tIns="50800" rIns="50800" bIns="50800" numCol="1" spcCol="38100" rtlCol="0" anchor="ctr">
        <a:spAutoFit/>
      </a:bodyPr>
      <a:lstStyle>
        <a:defPPr marL="0" marR="0" indent="0" algn="l" defTabSz="2438338" rtl="0" fontAlgn="auto" latinLnBrk="0" hangingPunct="0">
          <a:lnSpc>
            <a:spcPct val="90000"/>
          </a:lnSpc>
          <a:spcBef>
            <a:spcPts val="2400"/>
          </a:spcBef>
          <a:spcAft>
            <a:spcPts val="0"/>
          </a:spcAft>
          <a:buClrTx/>
          <a:buSzTx/>
          <a:buFontTx/>
          <a:buNone/>
          <a:tabLst/>
          <a:defRPr kumimoji="0" sz="4400" b="0" i="0" u="none" strike="noStrike" cap="none" spc="0" normalizeH="0" baseline="0">
            <a:ln>
              <a:noFill/>
            </a:ln>
            <a:solidFill>
              <a:srgbClr val="000000"/>
            </a:solidFill>
            <a:effectLst/>
            <a:uFillTx/>
            <a:latin typeface="Avenir Next Medium"/>
            <a:ea typeface="Avenir Next Medium"/>
            <a:cs typeface="Avenir Next Medium"/>
            <a:sym typeface="Avenir Next Medium"/>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txDef>
  </a:objectDefaults>
  <a:extraClrSchemeLst/>
</a:theme>
</file>

<file path=ppt/theme/theme3.xml><?xml version="1.0" encoding="utf-8"?>
<a:theme xmlns:a="http://schemas.openxmlformats.org/drawingml/2006/main" name="Office 테마">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맑은 고딕"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29510</TotalTime>
  <Words>1146</Words>
  <Application>Microsoft Macintosh PowerPoint</Application>
  <PresentationFormat>사용자 지정</PresentationFormat>
  <Paragraphs>103</Paragraphs>
  <Slides>9</Slides>
  <Notes>9</Notes>
  <HiddenSlides>0</HiddenSlides>
  <MMClips>0</MMClips>
  <ScaleCrop>false</ScaleCrop>
  <HeadingPairs>
    <vt:vector size="6" baseType="variant">
      <vt:variant>
        <vt:lpstr>사용한 글꼴</vt:lpstr>
      </vt:variant>
      <vt:variant>
        <vt:i4>9</vt:i4>
      </vt:variant>
      <vt:variant>
        <vt:lpstr>테마</vt:lpstr>
      </vt:variant>
      <vt:variant>
        <vt:i4>1</vt:i4>
      </vt:variant>
      <vt:variant>
        <vt:lpstr>슬라이드 제목</vt:lpstr>
      </vt:variant>
      <vt:variant>
        <vt:i4>9</vt:i4>
      </vt:variant>
    </vt:vector>
  </HeadingPairs>
  <TitlesOfParts>
    <vt:vector size="19" baseType="lpstr">
      <vt:lpstr>Canela Bold</vt:lpstr>
      <vt:lpstr>Canela Deck Regular</vt:lpstr>
      <vt:lpstr>Canela Regular</vt:lpstr>
      <vt:lpstr>Arial</vt:lpstr>
      <vt:lpstr>Avenir Next Medium</vt:lpstr>
      <vt:lpstr>Avenir Next Regular</vt:lpstr>
      <vt:lpstr>AvenirNext-DemiBold</vt:lpstr>
      <vt:lpstr>Helvetica Neue</vt:lpstr>
      <vt:lpstr>Wingdings</vt:lpstr>
      <vt:lpstr>23_ClassicWhite</vt:lpstr>
      <vt:lpstr>Team Meeting</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김재현</dc:creator>
  <cp:lastModifiedBy>Jeong Yunjung</cp:lastModifiedBy>
  <cp:revision>399</cp:revision>
  <dcterms:modified xsi:type="dcterms:W3CDTF">2026-08-11T00:25:36Z</dcterms:modified>
</cp:coreProperties>
</file>