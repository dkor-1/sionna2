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368" r:id="rId2"/>
    <p:sldId id="369" r:id="rId3"/>
    <p:sldId id="370" r:id="rId4"/>
    <p:sldId id="371" r:id="rId5"/>
    <p:sldId id="372" r:id="rId6"/>
    <p:sldId id="373" r:id="rId7"/>
    <p:sldId id="374" r:id="rId8"/>
    <p:sldId id="375" r:id="rId9"/>
    <p:sldId id="37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7"/>
    <p:restoredTop sz="73655" autoAdjust="0"/>
  </p:normalViewPr>
  <p:slideViewPr>
    <p:cSldViewPr snapToGrid="0">
      <p:cViewPr varScale="1">
        <p:scale>
          <a:sx n="81" d="100"/>
          <a:sy n="81" d="100"/>
        </p:scale>
        <p:origin x="369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Today I show micro-Doppler maps of a hovering drone, computed two ways: with Sionna's Path Solver, and with our own SBR plus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target is a DJI Matrice 4E. Each rotor spins at a fixed speed near 3,800 RPM, which I got from a published thrust measurement. The four rotors differ slightly from each other, and that spread comes from Ji-hyuk's prior work. These are hand-set constant values, not measured from a real flight. Better rotor modelling is future work.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Sionna's Path Solver spreads rays evenly over the full sphere from the transmitter. When a ray hits a surface it picks up that material's reflection coefficient, and the result comes from the few paths that actually come back.</a:t>
            </a:r>
          </a:p>
          <a:p/>
          <a:p>
            <a:r>
              <a:t>Our kernel does something different. We shoot a grid of parallel rays at the target, take the first point each ray hits, and sum the physical optics scattering integral over those points. For parts we treat as transmissive, the ray passes through, and we add the echo from the metal inside, scaled by how much gets through.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centre frequency is 3.5 GHz, a standard 5G band. I kept the waveform simple, a continuous wave. For the STFT: window 70 samples, about 3.6 milliseconds; hop 2 samples; FFT size 560.</a:t>
            </a:r>
          </a:p>
          <a:p/>
          <a:p>
            <a:r>
              <a:t>The bottom figure is made in two steps. First I take the energy in the 430 to 1229 Hz band, which is above the body and belongs to the blade tips. Then I ask how that energy rises and falls over time, and take its spectrum.</a:t>
            </a:r>
          </a:p>
          <a:p/>
          <a:p>
            <a:r>
              <a:t>The peak sits at about 127 Hz. That is the blade flash rate: two blades passing per revolution, so twice the rotation rate. Its harmonics show up clearly too.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previous slide was 3 metres only. Here I ran the same thing at 3, 15 and 40 metres.</a:t>
            </a:r>
          </a:p>
          <a:p/>
          <a:p>
            <a:r>
              <a:t>Our kernel gives nearly the same map at every range. The Path Solver does not. At 40 metres its map changes, and I will come back to why.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This is the band energy for each range. One thing stands out in the harmonics. With our kernel the peaks fall off steadily as you go up. With the Path Solver, the second harmonic often comes out almost as strong as the fundamental, and sometimes stronger.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At 40 metres I ran the Path Solver again with only the random seed changed. The map depends on the seed. One seed puts the strongest line on the second harmonic instead of the fundamental.</a:t>
            </a:r>
          </a:p>
          <a:p/>
          <a:p>
            <a:r>
              <a:t>Our kernel has no randomness. Same distance, same pose, same answer every 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For my future work, I want to make the simulation more realistic. I have three directions.</a:t>
            </a:r>
          </a:p>
          <a:p/>
          <a:p>
            <a:r>
              <a:t>First, the rotor speeds. Right now each rotor turns at a hard-coded value, and the spread between them comes from a flight simulator, not from a real drone. I want to use real flight log data instead, and also introduce temporal variation, the way a real drone adjusts its rotors while it stays in place.</a:t>
            </a:r>
          </a:p>
          <a:p/>
          <a:p>
            <a:r>
              <a:t>Second, noise. There is no receiver noise in this simulation. That is why nothing became harder when the drone moved further away. The echo does get weaker with distance, but each map is scaled to its own brightest point, so we cannot see that. And with no noise, nothing is ever buried. In the real world, noise is what decides how far we can detect, so I want to add it.</a:t>
            </a:r>
          </a:p>
          <a:p/>
          <a:p>
            <a:r>
              <a:t>Third, the geometry and the environment. Everything today uses one station that sends and receives at the same place, in empty space. Our real experiment is a passive bistatic setup, where the signal comes from someone else's base station, and it happens in a room with walls and a floor. I want to move to that geometry and add clutter modelling.</a:t>
            </a:r>
          </a:p>
          <a:p/>
          <a:p>
            <a:r>
              <a:t>All three will make the results worse, and that is the point. They bring the simulation closer to a real measurement.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/9</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pic>
        <p:nvPicPr>
          <p:cNvPr id="4" name="Picture 3" descr="v18_render.png"/>
          <p:cNvPicPr>
            <a:picLocks noChangeAspect="1"/>
          </p:cNvPicPr>
          <p:nvPr/>
        </p:nvPicPr>
        <p:blipFill>
          <a:blip r:embed="rId3"/>
          <a:stretch>
            <a:fillRect/>
          </a:stretch>
        </p:blipFill>
        <p:spPr>
          <a:xfrm>
            <a:off x="719328" y="2520695"/>
            <a:ext cx="13655040" cy="9387840"/>
          </a:xfrm>
          <a:prstGeom prst="rect">
            <a:avLst/>
          </a:prstGeom>
        </p:spPr>
      </p:pic>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/9</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/9</a:t>
            </a:r>
            <a:endParaRPr lang="ko-KR"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5239" t="21261" r="45471" b="10771"/>
          <a:stretch>
            <a:fillRect/>
          </a:stretch>
        </p:blipFill>
        <p:spPr>
          <a:xfrm>
            <a:off x="11825361" y="125402"/>
            <a:ext cx="6479628" cy="3779123"/>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7498248" cy="825611"/>
          </a:xfrm>
          <a:prstGeom prst="rect">
            <a:avLst/>
          </a:prstGeom>
          <a:noFill/>
        </p:spPr>
        <p:txBody>
          <a:bodyPr wrap="square" lIns="0" tIns="0" rIns="0" bIns="0" anchor="t">
            <a:spAutoFit/>
          </a:bodyPr>
          <a:lstStyle/>
          <a:p>
            <a:pPr algn="l"/>
            <a:r>
              <a:rPr sz="5800" b="1" i="0" dirty="0">
                <a:solidFill>
                  <a:srgbClr val="000000"/>
                </a:solidFill>
                <a:latin typeface="AvenirNext-DemiBold"/>
              </a:rPr>
              <a:t>Three </a:t>
            </a:r>
            <a:r>
              <a:rPr sz="5800" b="1" i="0" dirty="0" err="1">
                <a:solidFill>
                  <a:srgbClr val="000000"/>
                </a:solidFill>
                <a:latin typeface="AvenirNext-DemiBold"/>
              </a:rPr>
              <a:t>metres</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19457"/>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3" y="11492384"/>
            <a:ext cx="7772400" cy="765855"/>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/9</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/9</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/9</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Forty metres, repeated runs</a:t>
            </a:r>
          </a:p>
        </p:txBody>
      </p:sp>
      <p:pic>
        <p:nvPicPr>
          <p:cNvPr id="4" name="Picture 3" descr="v18_seed40.png"/>
          <p:cNvPicPr>
            <a:picLocks noChangeAspect="1"/>
          </p:cNvPicPr>
          <p:nvPr/>
        </p:nvPicPr>
        <p:blipFill>
          <a:blip r:embed="rId3"/>
          <a:stretch>
            <a:fillRect/>
          </a:stretch>
        </p:blipFill>
        <p:spPr>
          <a:xfrm>
            <a:off x="719328" y="3829139"/>
            <a:ext cx="22945344"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/9</a:t>
            </a:r>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9</a:t>
            </a:fld>
            <a:r>
              <a:rPr lang="en-US" altLang="ko-KR"/>
              <a:t>/9</a:t>
            </a:r>
            <a:endParaRPr lang="ko-KR" altLang="en-US" dirty="0"/>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29510</TotalTime>
  <Words>1146</Words>
  <Application>Microsoft Macintosh PowerPoint</Application>
  <PresentationFormat>사용자 지정</PresentationFormat>
  <Paragraphs>103</Paragraphs>
  <Slides>9</Slides>
  <Notes>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vt:i4>
      </vt:variant>
    </vt:vector>
  </HeadingPairs>
  <TitlesOfParts>
    <vt:vector size="1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399</cp:revision>
  <dcterms:modified xsi:type="dcterms:W3CDTF">2026-08-11T00:25:36Z</dcterms:modified>
</cp:coreProperties>
</file>